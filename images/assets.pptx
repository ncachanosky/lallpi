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396DE5-01F4-45F5-9B1A-C0B7ABED46DA}" v="36" dt="2026-07-01T21:28:40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Cachanosky" userId="543990dc0ff5ce14" providerId="LiveId" clId="{8E4DE338-F192-4434-A2D2-74D62C08B308}"/>
    <pc:docChg chg="undo custSel addSld modSld sldOrd">
      <pc:chgData name="Nicolas Cachanosky" userId="543990dc0ff5ce14" providerId="LiveId" clId="{8E4DE338-F192-4434-A2D2-74D62C08B308}" dt="2026-07-01T21:29:56.493" v="391" actId="1076"/>
      <pc:docMkLst>
        <pc:docMk/>
      </pc:docMkLst>
      <pc:sldChg chg="modSp mod">
        <pc:chgData name="Nicolas Cachanosky" userId="543990dc0ff5ce14" providerId="LiveId" clId="{8E4DE338-F192-4434-A2D2-74D62C08B308}" dt="2026-07-01T18:01:23.841" v="32" actId="5736"/>
        <pc:sldMkLst>
          <pc:docMk/>
          <pc:sldMk cId="2893694639" sldId="256"/>
        </pc:sldMkLst>
        <pc:graphicFrameChg chg="mod modGraphic">
          <ac:chgData name="Nicolas Cachanosky" userId="543990dc0ff5ce14" providerId="LiveId" clId="{8E4DE338-F192-4434-A2D2-74D62C08B308}" dt="2026-07-01T18:01:23.841" v="32" actId="5736"/>
          <ac:graphicFrameMkLst>
            <pc:docMk/>
            <pc:sldMk cId="2893694639" sldId="256"/>
            <ac:graphicFrameMk id="4" creationId="{47FC1DC4-9861-1749-982B-085CDDA60C58}"/>
          </ac:graphicFrameMkLst>
        </pc:graphicFrameChg>
      </pc:sldChg>
      <pc:sldChg chg="addSp modSp new mod ord">
        <pc:chgData name="Nicolas Cachanosky" userId="543990dc0ff5ce14" providerId="LiveId" clId="{8E4DE338-F192-4434-A2D2-74D62C08B308}" dt="2026-07-01T20:12:11.922" v="69" actId="207"/>
        <pc:sldMkLst>
          <pc:docMk/>
          <pc:sldMk cId="497083180" sldId="257"/>
        </pc:sldMkLst>
        <pc:spChg chg="add mod">
          <ac:chgData name="Nicolas Cachanosky" userId="543990dc0ff5ce14" providerId="LiveId" clId="{8E4DE338-F192-4434-A2D2-74D62C08B308}" dt="2026-07-01T20:10:28.772" v="44" actId="2085"/>
          <ac:spMkLst>
            <pc:docMk/>
            <pc:sldMk cId="497083180" sldId="257"/>
            <ac:spMk id="2" creationId="{E135C4DA-BDE4-9E91-A8D8-6486891A186A}"/>
          </ac:spMkLst>
        </pc:spChg>
        <pc:spChg chg="add mod">
          <ac:chgData name="Nicolas Cachanosky" userId="543990dc0ff5ce14" providerId="LiveId" clId="{8E4DE338-F192-4434-A2D2-74D62C08B308}" dt="2026-07-01T20:10:59.594" v="64" actId="1076"/>
          <ac:spMkLst>
            <pc:docMk/>
            <pc:sldMk cId="497083180" sldId="257"/>
            <ac:spMk id="5" creationId="{D4B1A904-4B90-CDDC-54DB-B912CE72D17B}"/>
          </ac:spMkLst>
        </pc:spChg>
        <pc:spChg chg="add mod">
          <ac:chgData name="Nicolas Cachanosky" userId="543990dc0ff5ce14" providerId="LiveId" clId="{8E4DE338-F192-4434-A2D2-74D62C08B308}" dt="2026-07-01T20:12:11.922" v="69" actId="207"/>
          <ac:spMkLst>
            <pc:docMk/>
            <pc:sldMk cId="497083180" sldId="257"/>
            <ac:spMk id="6" creationId="{8FB1AB8B-9F3C-0C8B-789D-CCA83340E231}"/>
          </ac:spMkLst>
        </pc:spChg>
        <pc:spChg chg="add mod">
          <ac:chgData name="Nicolas Cachanosky" userId="543990dc0ff5ce14" providerId="LiveId" clId="{8E4DE338-F192-4434-A2D2-74D62C08B308}" dt="2026-07-01T20:11:36.798" v="67" actId="1076"/>
          <ac:spMkLst>
            <pc:docMk/>
            <pc:sldMk cId="497083180" sldId="257"/>
            <ac:spMk id="8" creationId="{222714DE-4192-C122-5541-E0F7DB362137}"/>
          </ac:spMkLst>
        </pc:spChg>
        <pc:picChg chg="add mod">
          <ac:chgData name="Nicolas Cachanosky" userId="543990dc0ff5ce14" providerId="LiveId" clId="{8E4DE338-F192-4434-A2D2-74D62C08B308}" dt="2026-07-01T20:11:03.326" v="65" actId="1076"/>
          <ac:picMkLst>
            <pc:docMk/>
            <pc:sldMk cId="497083180" sldId="257"/>
            <ac:picMk id="4" creationId="{1A1B506A-19A8-F7C7-917E-674ADF7431F0}"/>
          </ac:picMkLst>
        </pc:picChg>
        <pc:picChg chg="add mod">
          <ac:chgData name="Nicolas Cachanosky" userId="543990dc0ff5ce14" providerId="LiveId" clId="{8E4DE338-F192-4434-A2D2-74D62C08B308}" dt="2026-07-01T20:11:36.798" v="67" actId="1076"/>
          <ac:picMkLst>
            <pc:docMk/>
            <pc:sldMk cId="497083180" sldId="257"/>
            <ac:picMk id="7" creationId="{80CB7847-6ACD-71A9-1599-CA2FEDAD7521}"/>
          </ac:picMkLst>
        </pc:picChg>
      </pc:sldChg>
      <pc:sldChg chg="addSp delSp modSp new mod">
        <pc:chgData name="Nicolas Cachanosky" userId="543990dc0ff5ce14" providerId="LiveId" clId="{8E4DE338-F192-4434-A2D2-74D62C08B308}" dt="2026-07-01T21:29:56.493" v="391" actId="1076"/>
        <pc:sldMkLst>
          <pc:docMk/>
          <pc:sldMk cId="2392374437" sldId="258"/>
        </pc:sldMkLst>
        <pc:spChg chg="add del mod">
          <ac:chgData name="Nicolas Cachanosky" userId="543990dc0ff5ce14" providerId="LiveId" clId="{8E4DE338-F192-4434-A2D2-74D62C08B308}" dt="2026-07-01T21:29:32.413" v="388" actId="478"/>
          <ac:spMkLst>
            <pc:docMk/>
            <pc:sldMk cId="2392374437" sldId="258"/>
            <ac:spMk id="2" creationId="{231E8D01-CD12-FF9B-4AA1-1DBC38D8B8E0}"/>
          </ac:spMkLst>
        </pc:spChg>
        <pc:spChg chg="add mod">
          <ac:chgData name="Nicolas Cachanosky" userId="543990dc0ff5ce14" providerId="LiveId" clId="{8E4DE338-F192-4434-A2D2-74D62C08B308}" dt="2026-07-01T21:22:17.560" v="123" actId="1076"/>
          <ac:spMkLst>
            <pc:docMk/>
            <pc:sldMk cId="2392374437" sldId="258"/>
            <ac:spMk id="3" creationId="{EDD1A13A-9306-6E0D-3CA0-79BEA0D8D417}"/>
          </ac:spMkLst>
        </pc:spChg>
        <pc:spChg chg="add del mod">
          <ac:chgData name="Nicolas Cachanosky" userId="543990dc0ff5ce14" providerId="LiveId" clId="{8E4DE338-F192-4434-A2D2-74D62C08B308}" dt="2026-07-01T21:29:14.622" v="385" actId="478"/>
          <ac:spMkLst>
            <pc:docMk/>
            <pc:sldMk cId="2392374437" sldId="258"/>
            <ac:spMk id="6" creationId="{F8F0F14D-DDAE-8C0A-D25F-1C242A147BCD}"/>
          </ac:spMkLst>
        </pc:spChg>
        <pc:picChg chg="add mod">
          <ac:chgData name="Nicolas Cachanosky" userId="543990dc0ff5ce14" providerId="LiveId" clId="{8E4DE338-F192-4434-A2D2-74D62C08B308}" dt="2026-07-01T21:22:54.392" v="146" actId="1076"/>
          <ac:picMkLst>
            <pc:docMk/>
            <pc:sldMk cId="2392374437" sldId="258"/>
            <ac:picMk id="5" creationId="{7C2BD73E-0960-D959-B2E2-C97111A686C9}"/>
          </ac:picMkLst>
        </pc:picChg>
        <pc:picChg chg="add mod ord">
          <ac:chgData name="Nicolas Cachanosky" userId="543990dc0ff5ce14" providerId="LiveId" clId="{8E4DE338-F192-4434-A2D2-74D62C08B308}" dt="2026-07-01T21:29:36.034" v="390" actId="1076"/>
          <ac:picMkLst>
            <pc:docMk/>
            <pc:sldMk cId="2392374437" sldId="258"/>
            <ac:picMk id="10" creationId="{A5DED756-0E77-ECB8-CB1A-D09F7C33E82D}"/>
          </ac:picMkLst>
        </pc:picChg>
        <pc:cxnChg chg="add mod">
          <ac:chgData name="Nicolas Cachanosky" userId="543990dc0ff5ce14" providerId="LiveId" clId="{8E4DE338-F192-4434-A2D2-74D62C08B308}" dt="2026-07-01T21:29:56.493" v="391" actId="1076"/>
          <ac:cxnSpMkLst>
            <pc:docMk/>
            <pc:sldMk cId="2392374437" sldId="258"/>
            <ac:cxnSpMk id="8" creationId="{81482657-4D06-39E9-9920-892C7EE4AB4F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F79151-37A4-433E-BC40-FFBDDB257A5A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A284C6D-E050-4CBC-96A0-F5891130A9F5}">
      <dgm:prSet phldrT="[Text]" phldr="0"/>
      <dgm:spPr/>
      <dgm:t>
        <a:bodyPr/>
        <a:lstStyle/>
        <a:p>
          <a:r>
            <a:rPr lang="en-US" dirty="0">
              <a:latin typeface="Inter" panose="02000503000000020004" pitchFamily="2" charset="0"/>
              <a:ea typeface="Inter" panose="02000503000000020004" pitchFamily="2" charset="0"/>
            </a:rPr>
            <a:t>LALLPI</a:t>
          </a:r>
        </a:p>
      </dgm:t>
    </dgm:pt>
    <dgm:pt modelId="{2E395B04-1265-43D9-AA6E-3DD955F9E724}" type="parTrans" cxnId="{3D0D7A1D-00FD-4E69-9790-93EABA2D2595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83939D39-6527-4E21-ACF0-E050A1DCE10F}" type="sibTrans" cxnId="{3D0D7A1D-00FD-4E69-9790-93EABA2D2595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3BAB56BF-A093-42D3-9AAD-52C48B388001}">
      <dgm:prSet phldrT="[Text]" phldr="0"/>
      <dgm:spPr/>
      <dgm:t>
        <a:bodyPr/>
        <a:lstStyle/>
        <a:p>
          <a:r>
            <a:rPr lang="en-US" dirty="0">
              <a:latin typeface="Inter" panose="02000503000000020004" pitchFamily="2" charset="0"/>
              <a:ea typeface="Inter" panose="02000503000000020004" pitchFamily="2" charset="0"/>
            </a:rPr>
            <a:t>EP</a:t>
          </a:r>
        </a:p>
      </dgm:t>
    </dgm:pt>
    <dgm:pt modelId="{36528F70-01FB-499C-AC9D-6FBDC420E234}" type="parTrans" cxnId="{05BC91E1-135A-4033-A0EB-A70C6C518F9D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F54A0B58-7959-40B9-BAD8-2FBD6DE499F5}" type="sibTrans" cxnId="{05BC91E1-135A-4033-A0EB-A70C6C518F9D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C93CB093-B26F-42C0-A824-DE6F9E65B53E}">
      <dgm:prSet phldrT="[Text]" phldr="0"/>
      <dgm:spPr/>
      <dgm:t>
        <a:bodyPr/>
        <a:lstStyle/>
        <a:p>
          <a:r>
            <a:rPr lang="en-US" dirty="0">
              <a:latin typeface="Inter" panose="02000503000000020004" pitchFamily="2" charset="0"/>
              <a:ea typeface="Inter" panose="02000503000000020004" pitchFamily="2" charset="0"/>
            </a:rPr>
            <a:t>IP</a:t>
          </a:r>
        </a:p>
      </dgm:t>
    </dgm:pt>
    <dgm:pt modelId="{7F27911C-7E83-4030-B280-4DAAFD521136}" type="parTrans" cxnId="{F95EAEF6-DFD3-4852-8EC5-9AE49426DE46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2278E064-2317-472D-A0AD-412ACB38F9CC}" type="sibTrans" cxnId="{F95EAEF6-DFD3-4852-8EC5-9AE49426DE46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92F187BC-471A-4206-81A0-84788834C34E}">
      <dgm:prSet phldrT="[Text]" phldr="0"/>
      <dgm:spPr/>
      <dgm:t>
        <a:bodyPr/>
        <a:lstStyle/>
        <a:p>
          <a:r>
            <a:rPr lang="en-US" dirty="0">
              <a:latin typeface="Inter" panose="02000503000000020004" pitchFamily="2" charset="0"/>
              <a:ea typeface="Inter" panose="02000503000000020004" pitchFamily="2" charset="0"/>
            </a:rPr>
            <a:t>Business and labor regulations</a:t>
          </a:r>
        </a:p>
      </dgm:t>
    </dgm:pt>
    <dgm:pt modelId="{7DC532FB-8CC8-472E-B201-4D0DE8D5EAFD}" type="parTrans" cxnId="{88280A45-D201-40E2-B7DB-FF95A0C837B0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7BF79551-BE57-4C89-B6F5-5B6BAC882CBA}" type="sibTrans" cxnId="{88280A45-D201-40E2-B7DB-FF95A0C837B0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DE720C3D-6A24-49F8-9BAE-E1AAAA507840}">
      <dgm:prSet phldrT="[Text]" phldr="0"/>
      <dgm:spPr/>
      <dgm:t>
        <a:bodyPr/>
        <a:lstStyle/>
        <a:p>
          <a:r>
            <a:rPr lang="en-US" dirty="0">
              <a:latin typeface="Inter" panose="02000503000000020004" pitchFamily="2" charset="0"/>
              <a:ea typeface="Inter" panose="02000503000000020004" pitchFamily="2" charset="0"/>
            </a:rPr>
            <a:t>Government interference</a:t>
          </a:r>
        </a:p>
      </dgm:t>
    </dgm:pt>
    <dgm:pt modelId="{45C8551A-1750-4994-A0D2-89761735570A}" type="parTrans" cxnId="{4F0358A4-1C97-45E4-9D3F-C2B333D8909A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A97A697C-9148-4E2C-917C-F719043A11EA}" type="sibTrans" cxnId="{4F0358A4-1C97-45E4-9D3F-C2B333D8909A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37557B41-D45C-4569-B74E-33D12EBEF03A}">
      <dgm:prSet phldrT="[Text]" phldr="0"/>
      <dgm:spPr/>
      <dgm:t>
        <a:bodyPr/>
        <a:lstStyle/>
        <a:p>
          <a:r>
            <a:rPr lang="en-US" dirty="0">
              <a:latin typeface="Inter" panose="02000503000000020004" pitchFamily="2" charset="0"/>
              <a:ea typeface="Inter" panose="02000503000000020004" pitchFamily="2" charset="0"/>
            </a:rPr>
            <a:t>Monetary and financial freedom</a:t>
          </a:r>
        </a:p>
      </dgm:t>
    </dgm:pt>
    <dgm:pt modelId="{5AB60A3A-8EA2-4909-8CFB-4B6CDE07CD4B}" type="parTrans" cxnId="{D1BDBF8E-1274-4794-A338-DEED0870BBCB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9AE73CCB-009C-4576-A4DF-A4F9219E6319}" type="sibTrans" cxnId="{D1BDBF8E-1274-4794-A338-DEED0870BBCB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58CDE478-C00B-4D1F-8A7D-3C1B4FD94685}">
      <dgm:prSet phldrT="[Text]" phldr="0"/>
      <dgm:spPr/>
      <dgm:t>
        <a:bodyPr/>
        <a:lstStyle/>
        <a:p>
          <a:r>
            <a:rPr lang="en-US" dirty="0">
              <a:latin typeface="Inter" panose="02000503000000020004" pitchFamily="2" charset="0"/>
              <a:ea typeface="Inter" panose="02000503000000020004" pitchFamily="2" charset="0"/>
            </a:rPr>
            <a:t>Freedom to trade</a:t>
          </a:r>
        </a:p>
      </dgm:t>
    </dgm:pt>
    <dgm:pt modelId="{E05B0137-F874-4FA0-A70D-04676AC2750C}" type="parTrans" cxnId="{73AFD978-ABA8-4255-A126-D74AC775EF90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98CF1DE6-0463-40A9-B67A-5B8B9888F83E}" type="sibTrans" cxnId="{73AFD978-ABA8-4255-A126-D74AC775EF90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D0C70EE6-09B1-4F92-A339-E209C09644F4}">
      <dgm:prSet phldrT="[Text]" phldr="0"/>
      <dgm:spPr/>
      <dgm:t>
        <a:bodyPr/>
        <a:lstStyle/>
        <a:p>
          <a:r>
            <a:rPr lang="en-US">
              <a:latin typeface="Inter" panose="02000503000000020004" pitchFamily="2" charset="0"/>
              <a:ea typeface="Inter" panose="02000503000000020004" pitchFamily="2" charset="0"/>
            </a:rPr>
            <a:t>Rule of law</a:t>
          </a:r>
          <a:endParaRPr lang="en-US" dirty="0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E4975C44-BBF8-4E67-B3AA-15742EE6F20A}" type="parTrans" cxnId="{7AA3647F-FEB8-43AE-BAB3-63692F758A2B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86C2BDA4-2553-4651-9577-79687CC0CB30}" type="sibTrans" cxnId="{7AA3647F-FEB8-43AE-BAB3-63692F758A2B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2FE13282-DDEF-4673-A763-80E51551E9D4}">
      <dgm:prSet phldrT="[Text]" phldr="0"/>
      <dgm:spPr/>
      <dgm:t>
        <a:bodyPr/>
        <a:lstStyle/>
        <a:p>
          <a:r>
            <a:rPr lang="en-US">
              <a:latin typeface="Inter" panose="02000503000000020004" pitchFamily="2" charset="0"/>
              <a:ea typeface="Inter" panose="02000503000000020004" pitchFamily="2" charset="0"/>
            </a:rPr>
            <a:t>Corruption</a:t>
          </a:r>
          <a:endParaRPr lang="en-US" dirty="0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B35309D2-0CAB-47FA-8AA6-297088D1EEC8}" type="parTrans" cxnId="{69A4B694-C749-46B4-AF6D-7A11F5DF1185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A1FF149D-17B9-4ACD-83AC-C42E45B47539}" type="sibTrans" cxnId="{69A4B694-C749-46B4-AF6D-7A11F5DF1185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6E409ECE-E819-4BE9-8CDB-6B1CDCD4B475}">
      <dgm:prSet phldrT="[Text]" phldr="0"/>
      <dgm:spPr/>
      <dgm:t>
        <a:bodyPr/>
        <a:lstStyle/>
        <a:p>
          <a:r>
            <a:rPr lang="en-US" dirty="0">
              <a:latin typeface="Inter" panose="02000503000000020004" pitchFamily="2" charset="0"/>
              <a:ea typeface="Inter" panose="02000503000000020004" pitchFamily="2" charset="0"/>
            </a:rPr>
            <a:t>Legislative constraints</a:t>
          </a:r>
        </a:p>
      </dgm:t>
    </dgm:pt>
    <dgm:pt modelId="{90477CD8-F6E8-47D9-812D-E92F35F959C3}" type="parTrans" cxnId="{075C9B6B-5E23-47C1-87D1-9355DFCA3105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81FE6284-A718-4BFD-A466-1C8FD792C6F9}" type="sibTrans" cxnId="{075C9B6B-5E23-47C1-87D1-9355DFCA3105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285DB6EF-837B-4CEB-BAB8-D6D294EA5B8F}">
      <dgm:prSet phldrT="[Text]" phldr="0"/>
      <dgm:spPr/>
      <dgm:t>
        <a:bodyPr/>
        <a:lstStyle/>
        <a:p>
          <a:r>
            <a:rPr lang="en-US" dirty="0">
              <a:latin typeface="Inter" panose="02000503000000020004" pitchFamily="2" charset="0"/>
              <a:ea typeface="Inter" panose="02000503000000020004" pitchFamily="2" charset="0"/>
            </a:rPr>
            <a:t>Corruption</a:t>
          </a:r>
        </a:p>
      </dgm:t>
    </dgm:pt>
    <dgm:pt modelId="{290DFDD5-D8D1-490C-B095-DF8F7E7855FA}" type="parTrans" cxnId="{2C09A3B3-077A-4065-AEDB-8A8D6942EA7D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A6D4998A-8829-447F-A584-A6E688CA770B}" type="sibTrans" cxnId="{2C09A3B3-077A-4065-AEDB-8A8D6942EA7D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8771FC03-0DC6-4BE6-B325-A9916FF4D989}">
      <dgm:prSet phldrT="[Text]" phldr="0"/>
      <dgm:spPr/>
      <dgm:t>
        <a:bodyPr/>
        <a:lstStyle/>
        <a:p>
          <a:r>
            <a:rPr lang="en-US" dirty="0">
              <a:latin typeface="Inter" panose="02000503000000020004" pitchFamily="2" charset="0"/>
              <a:ea typeface="Inter" panose="02000503000000020004" pitchFamily="2" charset="0"/>
            </a:rPr>
            <a:t>Neopatrimonialism</a:t>
          </a:r>
        </a:p>
      </dgm:t>
    </dgm:pt>
    <dgm:pt modelId="{ED06357E-C5ED-452C-A7A1-726D201C3F54}" type="parTrans" cxnId="{6309483E-CA22-4F78-8DA1-81D0257EF66E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266F1AC5-CF1A-421A-8E27-F084FD99B28A}" type="sibTrans" cxnId="{6309483E-CA22-4F78-8DA1-81D0257EF66E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64E59BBE-08F6-40CF-9BA5-738EC34E907B}">
      <dgm:prSet phldrT="[Text]" phldr="0"/>
      <dgm:spPr/>
      <dgm:t>
        <a:bodyPr/>
        <a:lstStyle/>
        <a:p>
          <a:r>
            <a:rPr lang="en-US" dirty="0">
              <a:latin typeface="Inter" panose="02000503000000020004" pitchFamily="2" charset="0"/>
              <a:ea typeface="Inter" panose="02000503000000020004" pitchFamily="2" charset="0"/>
            </a:rPr>
            <a:t>Property rights</a:t>
          </a:r>
        </a:p>
      </dgm:t>
    </dgm:pt>
    <dgm:pt modelId="{87433EB0-FB6A-447B-8642-E684A520AD11}" type="parTrans" cxnId="{ABFC0A8E-E5A0-48E6-A682-C38FBF508F93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B61A838B-C130-46D6-9597-30E1DE10D8CE}" type="sibTrans" cxnId="{ABFC0A8E-E5A0-48E6-A682-C38FBF508F93}">
      <dgm:prSet/>
      <dgm:spPr/>
      <dgm:t>
        <a:bodyPr/>
        <a:lstStyle/>
        <a:p>
          <a:endParaRPr lang="en-US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F5E19A53-2C15-4566-9990-25831188691D}" type="pres">
      <dgm:prSet presAssocID="{6BF79151-37A4-433E-BC40-FFBDDB257A5A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837124F-8D04-4F18-90FF-97D88B2DC63B}" type="pres">
      <dgm:prSet presAssocID="{6A284C6D-E050-4CBC-96A0-F5891130A9F5}" presName="root1" presStyleCnt="0"/>
      <dgm:spPr/>
    </dgm:pt>
    <dgm:pt modelId="{2DA0102F-ED7C-4C40-86F6-1B24E3089D1B}" type="pres">
      <dgm:prSet presAssocID="{6A284C6D-E050-4CBC-96A0-F5891130A9F5}" presName="LevelOneTextNode" presStyleLbl="node0" presStyleIdx="0" presStyleCnt="1">
        <dgm:presLayoutVars>
          <dgm:chPref val="3"/>
        </dgm:presLayoutVars>
      </dgm:prSet>
      <dgm:spPr/>
    </dgm:pt>
    <dgm:pt modelId="{3BCA6241-3843-45EA-8452-37702BE70C69}" type="pres">
      <dgm:prSet presAssocID="{6A284C6D-E050-4CBC-96A0-F5891130A9F5}" presName="level2hierChild" presStyleCnt="0"/>
      <dgm:spPr/>
    </dgm:pt>
    <dgm:pt modelId="{EBB741AA-2380-42BB-95D5-C4AA619ECD56}" type="pres">
      <dgm:prSet presAssocID="{36528F70-01FB-499C-AC9D-6FBDC420E234}" presName="conn2-1" presStyleLbl="parChTrans1D2" presStyleIdx="0" presStyleCnt="2"/>
      <dgm:spPr/>
    </dgm:pt>
    <dgm:pt modelId="{3F5FD02A-4286-4723-A87D-16AAA8EEF228}" type="pres">
      <dgm:prSet presAssocID="{36528F70-01FB-499C-AC9D-6FBDC420E234}" presName="connTx" presStyleLbl="parChTrans1D2" presStyleIdx="0" presStyleCnt="2"/>
      <dgm:spPr/>
    </dgm:pt>
    <dgm:pt modelId="{DF14BCD8-EE5E-4D9E-BE9E-BFC97CCFE02B}" type="pres">
      <dgm:prSet presAssocID="{3BAB56BF-A093-42D3-9AAD-52C48B388001}" presName="root2" presStyleCnt="0"/>
      <dgm:spPr/>
    </dgm:pt>
    <dgm:pt modelId="{63E7D582-D46C-4E7C-BFBF-F2DA501092C8}" type="pres">
      <dgm:prSet presAssocID="{3BAB56BF-A093-42D3-9AAD-52C48B388001}" presName="LevelTwoTextNode" presStyleLbl="node2" presStyleIdx="0" presStyleCnt="2">
        <dgm:presLayoutVars>
          <dgm:chPref val="3"/>
        </dgm:presLayoutVars>
      </dgm:prSet>
      <dgm:spPr/>
    </dgm:pt>
    <dgm:pt modelId="{F3C34D8E-C7E8-4BD4-8336-270C39A3B1E9}" type="pres">
      <dgm:prSet presAssocID="{3BAB56BF-A093-42D3-9AAD-52C48B388001}" presName="level3hierChild" presStyleCnt="0"/>
      <dgm:spPr/>
    </dgm:pt>
    <dgm:pt modelId="{0BA7750A-EB33-4F55-8F10-701AE2BC8C29}" type="pres">
      <dgm:prSet presAssocID="{7DC532FB-8CC8-472E-B201-4D0DE8D5EAFD}" presName="conn2-1" presStyleLbl="parChTrans1D3" presStyleIdx="0" presStyleCnt="10"/>
      <dgm:spPr/>
    </dgm:pt>
    <dgm:pt modelId="{F63F9048-8708-40F8-9809-B791C6302A68}" type="pres">
      <dgm:prSet presAssocID="{7DC532FB-8CC8-472E-B201-4D0DE8D5EAFD}" presName="connTx" presStyleLbl="parChTrans1D3" presStyleIdx="0" presStyleCnt="10"/>
      <dgm:spPr/>
    </dgm:pt>
    <dgm:pt modelId="{E02E4C71-2BE3-4EFC-8B44-029A3ACE2F2C}" type="pres">
      <dgm:prSet presAssocID="{92F187BC-471A-4206-81A0-84788834C34E}" presName="root2" presStyleCnt="0"/>
      <dgm:spPr/>
    </dgm:pt>
    <dgm:pt modelId="{68B9CF64-24F6-486B-B825-F9FAEAB59425}" type="pres">
      <dgm:prSet presAssocID="{92F187BC-471A-4206-81A0-84788834C34E}" presName="LevelTwoTextNode" presStyleLbl="node3" presStyleIdx="0" presStyleCnt="10" custScaleX="182960">
        <dgm:presLayoutVars>
          <dgm:chPref val="3"/>
        </dgm:presLayoutVars>
      </dgm:prSet>
      <dgm:spPr/>
    </dgm:pt>
    <dgm:pt modelId="{FA6CAD5F-2583-4B21-8402-FF9EE8C26B0C}" type="pres">
      <dgm:prSet presAssocID="{92F187BC-471A-4206-81A0-84788834C34E}" presName="level3hierChild" presStyleCnt="0"/>
      <dgm:spPr/>
    </dgm:pt>
    <dgm:pt modelId="{01D8073A-CBBF-46CF-8C88-9773461422D2}" type="pres">
      <dgm:prSet presAssocID="{45C8551A-1750-4994-A0D2-89761735570A}" presName="conn2-1" presStyleLbl="parChTrans1D3" presStyleIdx="1" presStyleCnt="10"/>
      <dgm:spPr/>
    </dgm:pt>
    <dgm:pt modelId="{AC224BF8-2C82-4997-B68F-0F3933AEACD0}" type="pres">
      <dgm:prSet presAssocID="{45C8551A-1750-4994-A0D2-89761735570A}" presName="connTx" presStyleLbl="parChTrans1D3" presStyleIdx="1" presStyleCnt="10"/>
      <dgm:spPr/>
    </dgm:pt>
    <dgm:pt modelId="{3EB11F52-D7C1-4711-B80E-297566CB3B89}" type="pres">
      <dgm:prSet presAssocID="{DE720C3D-6A24-49F8-9BAE-E1AAAA507840}" presName="root2" presStyleCnt="0"/>
      <dgm:spPr/>
    </dgm:pt>
    <dgm:pt modelId="{BF77D77C-22A8-4062-B8C1-36B81F87CE15}" type="pres">
      <dgm:prSet presAssocID="{DE720C3D-6A24-49F8-9BAE-E1AAAA507840}" presName="LevelTwoTextNode" presStyleLbl="node3" presStyleIdx="1" presStyleCnt="10" custScaleX="182960">
        <dgm:presLayoutVars>
          <dgm:chPref val="3"/>
        </dgm:presLayoutVars>
      </dgm:prSet>
      <dgm:spPr/>
    </dgm:pt>
    <dgm:pt modelId="{39925E32-4F61-4027-B11D-3C1E3697D48A}" type="pres">
      <dgm:prSet presAssocID="{DE720C3D-6A24-49F8-9BAE-E1AAAA507840}" presName="level3hierChild" presStyleCnt="0"/>
      <dgm:spPr/>
    </dgm:pt>
    <dgm:pt modelId="{FB798C39-EB8A-4EEE-877D-AC3F57E93EB5}" type="pres">
      <dgm:prSet presAssocID="{5AB60A3A-8EA2-4909-8CFB-4B6CDE07CD4B}" presName="conn2-1" presStyleLbl="parChTrans1D3" presStyleIdx="2" presStyleCnt="10"/>
      <dgm:spPr/>
    </dgm:pt>
    <dgm:pt modelId="{494B3ACB-ED2B-4E35-83E4-E784D98983D4}" type="pres">
      <dgm:prSet presAssocID="{5AB60A3A-8EA2-4909-8CFB-4B6CDE07CD4B}" presName="connTx" presStyleLbl="parChTrans1D3" presStyleIdx="2" presStyleCnt="10"/>
      <dgm:spPr/>
    </dgm:pt>
    <dgm:pt modelId="{D02F18ED-9E96-4CC9-A06D-81546147AF60}" type="pres">
      <dgm:prSet presAssocID="{37557B41-D45C-4569-B74E-33D12EBEF03A}" presName="root2" presStyleCnt="0"/>
      <dgm:spPr/>
    </dgm:pt>
    <dgm:pt modelId="{8639AFC9-2DEA-45FD-971B-9EB92137251F}" type="pres">
      <dgm:prSet presAssocID="{37557B41-D45C-4569-B74E-33D12EBEF03A}" presName="LevelTwoTextNode" presStyleLbl="node3" presStyleIdx="2" presStyleCnt="10" custScaleX="182960">
        <dgm:presLayoutVars>
          <dgm:chPref val="3"/>
        </dgm:presLayoutVars>
      </dgm:prSet>
      <dgm:spPr/>
    </dgm:pt>
    <dgm:pt modelId="{2C4D1BEA-26E4-43B5-8CD7-BE6D6C9D9AD4}" type="pres">
      <dgm:prSet presAssocID="{37557B41-D45C-4569-B74E-33D12EBEF03A}" presName="level3hierChild" presStyleCnt="0"/>
      <dgm:spPr/>
    </dgm:pt>
    <dgm:pt modelId="{FF4DFCEE-5D0B-414A-897C-76368976CAC1}" type="pres">
      <dgm:prSet presAssocID="{E05B0137-F874-4FA0-A70D-04676AC2750C}" presName="conn2-1" presStyleLbl="parChTrans1D3" presStyleIdx="3" presStyleCnt="10"/>
      <dgm:spPr/>
    </dgm:pt>
    <dgm:pt modelId="{FE174774-1DFF-4DE4-AD41-D9D694245A0A}" type="pres">
      <dgm:prSet presAssocID="{E05B0137-F874-4FA0-A70D-04676AC2750C}" presName="connTx" presStyleLbl="parChTrans1D3" presStyleIdx="3" presStyleCnt="10"/>
      <dgm:spPr/>
    </dgm:pt>
    <dgm:pt modelId="{7BD0C117-5160-4F31-932E-634FEC824CE9}" type="pres">
      <dgm:prSet presAssocID="{58CDE478-C00B-4D1F-8A7D-3C1B4FD94685}" presName="root2" presStyleCnt="0"/>
      <dgm:spPr/>
    </dgm:pt>
    <dgm:pt modelId="{74369F3D-4CD4-40E9-8991-4527C973DD36}" type="pres">
      <dgm:prSet presAssocID="{58CDE478-C00B-4D1F-8A7D-3C1B4FD94685}" presName="LevelTwoTextNode" presStyleLbl="node3" presStyleIdx="3" presStyleCnt="10" custScaleX="182960">
        <dgm:presLayoutVars>
          <dgm:chPref val="3"/>
        </dgm:presLayoutVars>
      </dgm:prSet>
      <dgm:spPr/>
    </dgm:pt>
    <dgm:pt modelId="{07528B92-B9AB-4401-B180-F7627B1A781C}" type="pres">
      <dgm:prSet presAssocID="{58CDE478-C00B-4D1F-8A7D-3C1B4FD94685}" presName="level3hierChild" presStyleCnt="0"/>
      <dgm:spPr/>
    </dgm:pt>
    <dgm:pt modelId="{9A40A326-A67A-4F21-9176-A0FC706A8CD5}" type="pres">
      <dgm:prSet presAssocID="{7F27911C-7E83-4030-B280-4DAAFD521136}" presName="conn2-1" presStyleLbl="parChTrans1D2" presStyleIdx="1" presStyleCnt="2"/>
      <dgm:spPr/>
    </dgm:pt>
    <dgm:pt modelId="{D0798CAF-834C-4EA3-AA8A-C00EFA629A74}" type="pres">
      <dgm:prSet presAssocID="{7F27911C-7E83-4030-B280-4DAAFD521136}" presName="connTx" presStyleLbl="parChTrans1D2" presStyleIdx="1" presStyleCnt="2"/>
      <dgm:spPr/>
    </dgm:pt>
    <dgm:pt modelId="{830D3CA5-1F7F-46B9-A522-0E08CDBFEC88}" type="pres">
      <dgm:prSet presAssocID="{C93CB093-B26F-42C0-A824-DE6F9E65B53E}" presName="root2" presStyleCnt="0"/>
      <dgm:spPr/>
    </dgm:pt>
    <dgm:pt modelId="{20A6B0CB-EDC2-4488-BCF4-26B3ACA01CFA}" type="pres">
      <dgm:prSet presAssocID="{C93CB093-B26F-42C0-A824-DE6F9E65B53E}" presName="LevelTwoTextNode" presStyleLbl="node2" presStyleIdx="1" presStyleCnt="2">
        <dgm:presLayoutVars>
          <dgm:chPref val="3"/>
        </dgm:presLayoutVars>
      </dgm:prSet>
      <dgm:spPr/>
    </dgm:pt>
    <dgm:pt modelId="{48D187D4-C734-41C1-A6BD-57607A805A16}" type="pres">
      <dgm:prSet presAssocID="{C93CB093-B26F-42C0-A824-DE6F9E65B53E}" presName="level3hierChild" presStyleCnt="0"/>
      <dgm:spPr/>
    </dgm:pt>
    <dgm:pt modelId="{8007BD7D-9153-4EC0-A1A0-98CC31B06A4E}" type="pres">
      <dgm:prSet presAssocID="{E4975C44-BBF8-4E67-B3AA-15742EE6F20A}" presName="conn2-1" presStyleLbl="parChTrans1D3" presStyleIdx="4" presStyleCnt="10"/>
      <dgm:spPr/>
    </dgm:pt>
    <dgm:pt modelId="{257E965F-9AFB-4920-B11A-FC349EEBA367}" type="pres">
      <dgm:prSet presAssocID="{E4975C44-BBF8-4E67-B3AA-15742EE6F20A}" presName="connTx" presStyleLbl="parChTrans1D3" presStyleIdx="4" presStyleCnt="10"/>
      <dgm:spPr/>
    </dgm:pt>
    <dgm:pt modelId="{57A02272-E7CA-444B-B2B7-4D7D1383BAD2}" type="pres">
      <dgm:prSet presAssocID="{D0C70EE6-09B1-4F92-A339-E209C09644F4}" presName="root2" presStyleCnt="0"/>
      <dgm:spPr/>
    </dgm:pt>
    <dgm:pt modelId="{E7D446D8-156D-4626-B468-E79E3A9D3008}" type="pres">
      <dgm:prSet presAssocID="{D0C70EE6-09B1-4F92-A339-E209C09644F4}" presName="LevelTwoTextNode" presStyleLbl="node3" presStyleIdx="4" presStyleCnt="10" custScaleX="182960">
        <dgm:presLayoutVars>
          <dgm:chPref val="3"/>
        </dgm:presLayoutVars>
      </dgm:prSet>
      <dgm:spPr/>
    </dgm:pt>
    <dgm:pt modelId="{46DBE694-9CAE-45C0-B03C-A0E49878887F}" type="pres">
      <dgm:prSet presAssocID="{D0C70EE6-09B1-4F92-A339-E209C09644F4}" presName="level3hierChild" presStyleCnt="0"/>
      <dgm:spPr/>
    </dgm:pt>
    <dgm:pt modelId="{790490C8-191B-4E85-969F-8B801DEBC697}" type="pres">
      <dgm:prSet presAssocID="{B35309D2-0CAB-47FA-8AA6-297088D1EEC8}" presName="conn2-1" presStyleLbl="parChTrans1D3" presStyleIdx="5" presStyleCnt="10"/>
      <dgm:spPr/>
    </dgm:pt>
    <dgm:pt modelId="{A549305A-1759-434A-BC11-42DF3865C886}" type="pres">
      <dgm:prSet presAssocID="{B35309D2-0CAB-47FA-8AA6-297088D1EEC8}" presName="connTx" presStyleLbl="parChTrans1D3" presStyleIdx="5" presStyleCnt="10"/>
      <dgm:spPr/>
    </dgm:pt>
    <dgm:pt modelId="{98AADF4D-7F89-40DC-92D7-BDEADD628EB3}" type="pres">
      <dgm:prSet presAssocID="{2FE13282-DDEF-4673-A763-80E51551E9D4}" presName="root2" presStyleCnt="0"/>
      <dgm:spPr/>
    </dgm:pt>
    <dgm:pt modelId="{4975CF32-CEE5-45F9-B6A2-EADD444CA93D}" type="pres">
      <dgm:prSet presAssocID="{2FE13282-DDEF-4673-A763-80E51551E9D4}" presName="LevelTwoTextNode" presStyleLbl="node3" presStyleIdx="5" presStyleCnt="10" custScaleX="182960">
        <dgm:presLayoutVars>
          <dgm:chPref val="3"/>
        </dgm:presLayoutVars>
      </dgm:prSet>
      <dgm:spPr/>
    </dgm:pt>
    <dgm:pt modelId="{08901D85-07BB-49FB-8DD3-A7C1F5C7B198}" type="pres">
      <dgm:prSet presAssocID="{2FE13282-DDEF-4673-A763-80E51551E9D4}" presName="level3hierChild" presStyleCnt="0"/>
      <dgm:spPr/>
    </dgm:pt>
    <dgm:pt modelId="{0DCAC487-1184-4D56-A073-D4CA32A76935}" type="pres">
      <dgm:prSet presAssocID="{90477CD8-F6E8-47D9-812D-E92F35F959C3}" presName="conn2-1" presStyleLbl="parChTrans1D3" presStyleIdx="6" presStyleCnt="10"/>
      <dgm:spPr/>
    </dgm:pt>
    <dgm:pt modelId="{18C8A80B-4107-46EC-BC43-DB9CC6EE66FA}" type="pres">
      <dgm:prSet presAssocID="{90477CD8-F6E8-47D9-812D-E92F35F959C3}" presName="connTx" presStyleLbl="parChTrans1D3" presStyleIdx="6" presStyleCnt="10"/>
      <dgm:spPr/>
    </dgm:pt>
    <dgm:pt modelId="{5FDEFC55-C09B-403C-90F8-D830E302FA79}" type="pres">
      <dgm:prSet presAssocID="{6E409ECE-E819-4BE9-8CDB-6B1CDCD4B475}" presName="root2" presStyleCnt="0"/>
      <dgm:spPr/>
    </dgm:pt>
    <dgm:pt modelId="{8F2CEDCE-D38F-43BF-A92A-4DB6D59C7C7C}" type="pres">
      <dgm:prSet presAssocID="{6E409ECE-E819-4BE9-8CDB-6B1CDCD4B475}" presName="LevelTwoTextNode" presStyleLbl="node3" presStyleIdx="6" presStyleCnt="10" custScaleX="182960">
        <dgm:presLayoutVars>
          <dgm:chPref val="3"/>
        </dgm:presLayoutVars>
      </dgm:prSet>
      <dgm:spPr/>
    </dgm:pt>
    <dgm:pt modelId="{FB75F931-4DE3-4AB2-8893-8043D789564D}" type="pres">
      <dgm:prSet presAssocID="{6E409ECE-E819-4BE9-8CDB-6B1CDCD4B475}" presName="level3hierChild" presStyleCnt="0"/>
      <dgm:spPr/>
    </dgm:pt>
    <dgm:pt modelId="{1FA75150-B058-40D7-A484-C8F054AE4DAF}" type="pres">
      <dgm:prSet presAssocID="{290DFDD5-D8D1-490C-B095-DF8F7E7855FA}" presName="conn2-1" presStyleLbl="parChTrans1D3" presStyleIdx="7" presStyleCnt="10"/>
      <dgm:spPr/>
    </dgm:pt>
    <dgm:pt modelId="{0E03E79C-24CC-4AC5-AE64-452E3F5950B3}" type="pres">
      <dgm:prSet presAssocID="{290DFDD5-D8D1-490C-B095-DF8F7E7855FA}" presName="connTx" presStyleLbl="parChTrans1D3" presStyleIdx="7" presStyleCnt="10"/>
      <dgm:spPr/>
    </dgm:pt>
    <dgm:pt modelId="{98F62EF2-3C9F-4131-8C12-D9FD9F5875C1}" type="pres">
      <dgm:prSet presAssocID="{285DB6EF-837B-4CEB-BAB8-D6D294EA5B8F}" presName="root2" presStyleCnt="0"/>
      <dgm:spPr/>
    </dgm:pt>
    <dgm:pt modelId="{0C6AEA42-36DB-423B-BD05-6956E38A7AAB}" type="pres">
      <dgm:prSet presAssocID="{285DB6EF-837B-4CEB-BAB8-D6D294EA5B8F}" presName="LevelTwoTextNode" presStyleLbl="node3" presStyleIdx="7" presStyleCnt="10" custScaleX="182960">
        <dgm:presLayoutVars>
          <dgm:chPref val="3"/>
        </dgm:presLayoutVars>
      </dgm:prSet>
      <dgm:spPr/>
    </dgm:pt>
    <dgm:pt modelId="{EC302292-C8ED-4B5E-9D3C-66D7F01D52D1}" type="pres">
      <dgm:prSet presAssocID="{285DB6EF-837B-4CEB-BAB8-D6D294EA5B8F}" presName="level3hierChild" presStyleCnt="0"/>
      <dgm:spPr/>
    </dgm:pt>
    <dgm:pt modelId="{50E26C8D-B39E-4F49-BDFC-CC5D424B4B17}" type="pres">
      <dgm:prSet presAssocID="{ED06357E-C5ED-452C-A7A1-726D201C3F54}" presName="conn2-1" presStyleLbl="parChTrans1D3" presStyleIdx="8" presStyleCnt="10"/>
      <dgm:spPr/>
    </dgm:pt>
    <dgm:pt modelId="{EA30F626-B4AC-420E-A439-AE4164CEF4D2}" type="pres">
      <dgm:prSet presAssocID="{ED06357E-C5ED-452C-A7A1-726D201C3F54}" presName="connTx" presStyleLbl="parChTrans1D3" presStyleIdx="8" presStyleCnt="10"/>
      <dgm:spPr/>
    </dgm:pt>
    <dgm:pt modelId="{BDDF4965-B3A4-4238-9160-41BAEFEF35FC}" type="pres">
      <dgm:prSet presAssocID="{8771FC03-0DC6-4BE6-B325-A9916FF4D989}" presName="root2" presStyleCnt="0"/>
      <dgm:spPr/>
    </dgm:pt>
    <dgm:pt modelId="{7F6F51BD-6023-493A-B371-FE82FDB826D8}" type="pres">
      <dgm:prSet presAssocID="{8771FC03-0DC6-4BE6-B325-A9916FF4D989}" presName="LevelTwoTextNode" presStyleLbl="node3" presStyleIdx="8" presStyleCnt="10" custScaleX="182960">
        <dgm:presLayoutVars>
          <dgm:chPref val="3"/>
        </dgm:presLayoutVars>
      </dgm:prSet>
      <dgm:spPr/>
    </dgm:pt>
    <dgm:pt modelId="{B3E40D55-EE56-42F4-82C0-42DDFEA7DCF2}" type="pres">
      <dgm:prSet presAssocID="{8771FC03-0DC6-4BE6-B325-A9916FF4D989}" presName="level3hierChild" presStyleCnt="0"/>
      <dgm:spPr/>
    </dgm:pt>
    <dgm:pt modelId="{8B2C6ABB-9EF1-4876-A575-06A14262291F}" type="pres">
      <dgm:prSet presAssocID="{87433EB0-FB6A-447B-8642-E684A520AD11}" presName="conn2-1" presStyleLbl="parChTrans1D3" presStyleIdx="9" presStyleCnt="10"/>
      <dgm:spPr/>
    </dgm:pt>
    <dgm:pt modelId="{33BFA55F-26A1-4A2F-A24E-0A38E7653971}" type="pres">
      <dgm:prSet presAssocID="{87433EB0-FB6A-447B-8642-E684A520AD11}" presName="connTx" presStyleLbl="parChTrans1D3" presStyleIdx="9" presStyleCnt="10"/>
      <dgm:spPr/>
    </dgm:pt>
    <dgm:pt modelId="{004A8616-F5F2-4F9E-82EC-0D6500FF68D4}" type="pres">
      <dgm:prSet presAssocID="{64E59BBE-08F6-40CF-9BA5-738EC34E907B}" presName="root2" presStyleCnt="0"/>
      <dgm:spPr/>
    </dgm:pt>
    <dgm:pt modelId="{8BF88D62-89F4-4D63-BAFB-11B55313A1BF}" type="pres">
      <dgm:prSet presAssocID="{64E59BBE-08F6-40CF-9BA5-738EC34E907B}" presName="LevelTwoTextNode" presStyleLbl="node3" presStyleIdx="9" presStyleCnt="10" custScaleX="182960">
        <dgm:presLayoutVars>
          <dgm:chPref val="3"/>
        </dgm:presLayoutVars>
      </dgm:prSet>
      <dgm:spPr/>
    </dgm:pt>
    <dgm:pt modelId="{B36601D6-EDF6-46F0-8D65-7F582B79238F}" type="pres">
      <dgm:prSet presAssocID="{64E59BBE-08F6-40CF-9BA5-738EC34E907B}" presName="level3hierChild" presStyleCnt="0"/>
      <dgm:spPr/>
    </dgm:pt>
  </dgm:ptLst>
  <dgm:cxnLst>
    <dgm:cxn modelId="{F30B7C12-9AD5-4D7E-9189-0E7D4B256384}" type="presOf" srcId="{64E59BBE-08F6-40CF-9BA5-738EC34E907B}" destId="{8BF88D62-89F4-4D63-BAFB-11B55313A1BF}" srcOrd="0" destOrd="0" presId="urn:microsoft.com/office/officeart/2008/layout/HorizontalMultiLevelHierarchy"/>
    <dgm:cxn modelId="{1FCEFF1A-C4A0-4FD0-8707-09864434D540}" type="presOf" srcId="{2FE13282-DDEF-4673-A763-80E51551E9D4}" destId="{4975CF32-CEE5-45F9-B6A2-EADD444CA93D}" srcOrd="0" destOrd="0" presId="urn:microsoft.com/office/officeart/2008/layout/HorizontalMultiLevelHierarchy"/>
    <dgm:cxn modelId="{3D0D7A1D-00FD-4E69-9790-93EABA2D2595}" srcId="{6BF79151-37A4-433E-BC40-FFBDDB257A5A}" destId="{6A284C6D-E050-4CBC-96A0-F5891130A9F5}" srcOrd="0" destOrd="0" parTransId="{2E395B04-1265-43D9-AA6E-3DD955F9E724}" sibTransId="{83939D39-6527-4E21-ACF0-E050A1DCE10F}"/>
    <dgm:cxn modelId="{A3413421-D433-4BAD-8410-4028A385DB73}" type="presOf" srcId="{6A284C6D-E050-4CBC-96A0-F5891130A9F5}" destId="{2DA0102F-ED7C-4C40-86F6-1B24E3089D1B}" srcOrd="0" destOrd="0" presId="urn:microsoft.com/office/officeart/2008/layout/HorizontalMultiLevelHierarchy"/>
    <dgm:cxn modelId="{331A3839-697E-4BA8-B84F-2D7D375DA428}" type="presOf" srcId="{E4975C44-BBF8-4E67-B3AA-15742EE6F20A}" destId="{257E965F-9AFB-4920-B11A-FC349EEBA367}" srcOrd="1" destOrd="0" presId="urn:microsoft.com/office/officeart/2008/layout/HorizontalMultiLevelHierarchy"/>
    <dgm:cxn modelId="{6309483E-CA22-4F78-8DA1-81D0257EF66E}" srcId="{C93CB093-B26F-42C0-A824-DE6F9E65B53E}" destId="{8771FC03-0DC6-4BE6-B325-A9916FF4D989}" srcOrd="4" destOrd="0" parTransId="{ED06357E-C5ED-452C-A7A1-726D201C3F54}" sibTransId="{266F1AC5-CF1A-421A-8E27-F084FD99B28A}"/>
    <dgm:cxn modelId="{2A1DC460-E291-4023-B2F3-F9F0C1B11DD4}" type="presOf" srcId="{D0C70EE6-09B1-4F92-A339-E209C09644F4}" destId="{E7D446D8-156D-4626-B468-E79E3A9D3008}" srcOrd="0" destOrd="0" presId="urn:microsoft.com/office/officeart/2008/layout/HorizontalMultiLevelHierarchy"/>
    <dgm:cxn modelId="{8257EF60-DAA6-4857-8DD9-2CFC35183D63}" type="presOf" srcId="{C93CB093-B26F-42C0-A824-DE6F9E65B53E}" destId="{20A6B0CB-EDC2-4488-BCF4-26B3ACA01CFA}" srcOrd="0" destOrd="0" presId="urn:microsoft.com/office/officeart/2008/layout/HorizontalMultiLevelHierarchy"/>
    <dgm:cxn modelId="{68977443-91D8-4B96-B79C-1F0C2CE296EF}" type="presOf" srcId="{37557B41-D45C-4569-B74E-33D12EBEF03A}" destId="{8639AFC9-2DEA-45FD-971B-9EB92137251F}" srcOrd="0" destOrd="0" presId="urn:microsoft.com/office/officeart/2008/layout/HorizontalMultiLevelHierarchy"/>
    <dgm:cxn modelId="{343CA264-FC61-4FA6-B0CC-6449A4F179A6}" type="presOf" srcId="{90477CD8-F6E8-47D9-812D-E92F35F959C3}" destId="{18C8A80B-4107-46EC-BC43-DB9CC6EE66FA}" srcOrd="1" destOrd="0" presId="urn:microsoft.com/office/officeart/2008/layout/HorizontalMultiLevelHierarchy"/>
    <dgm:cxn modelId="{88280A45-D201-40E2-B7DB-FF95A0C837B0}" srcId="{3BAB56BF-A093-42D3-9AAD-52C48B388001}" destId="{92F187BC-471A-4206-81A0-84788834C34E}" srcOrd="0" destOrd="0" parTransId="{7DC532FB-8CC8-472E-B201-4D0DE8D5EAFD}" sibTransId="{7BF79551-BE57-4C89-B6F5-5B6BAC882CBA}"/>
    <dgm:cxn modelId="{6FE09D47-82D5-4BC8-92B5-379BC0C2FFDB}" type="presOf" srcId="{B35309D2-0CAB-47FA-8AA6-297088D1EEC8}" destId="{790490C8-191B-4E85-969F-8B801DEBC697}" srcOrd="0" destOrd="0" presId="urn:microsoft.com/office/officeart/2008/layout/HorizontalMultiLevelHierarchy"/>
    <dgm:cxn modelId="{DF3FBA49-CD24-48FB-9E8C-F2F05FC6208E}" type="presOf" srcId="{E05B0137-F874-4FA0-A70D-04676AC2750C}" destId="{FE174774-1DFF-4DE4-AD41-D9D694245A0A}" srcOrd="1" destOrd="0" presId="urn:microsoft.com/office/officeart/2008/layout/HorizontalMultiLevelHierarchy"/>
    <dgm:cxn modelId="{075C9B6B-5E23-47C1-87D1-9355DFCA3105}" srcId="{C93CB093-B26F-42C0-A824-DE6F9E65B53E}" destId="{6E409ECE-E819-4BE9-8CDB-6B1CDCD4B475}" srcOrd="2" destOrd="0" parTransId="{90477CD8-F6E8-47D9-812D-E92F35F959C3}" sibTransId="{81FE6284-A718-4BFD-A466-1C8FD792C6F9}"/>
    <dgm:cxn modelId="{A6AF154E-7B70-4FEC-A3DB-44AF00A59016}" type="presOf" srcId="{8771FC03-0DC6-4BE6-B325-A9916FF4D989}" destId="{7F6F51BD-6023-493A-B371-FE82FDB826D8}" srcOrd="0" destOrd="0" presId="urn:microsoft.com/office/officeart/2008/layout/HorizontalMultiLevelHierarchy"/>
    <dgm:cxn modelId="{8456976E-BE8C-44D5-960F-D6D76F9AE81C}" type="presOf" srcId="{285DB6EF-837B-4CEB-BAB8-D6D294EA5B8F}" destId="{0C6AEA42-36DB-423B-BD05-6956E38A7AAB}" srcOrd="0" destOrd="0" presId="urn:microsoft.com/office/officeart/2008/layout/HorizontalMultiLevelHierarchy"/>
    <dgm:cxn modelId="{209DA671-D07B-48B1-B39A-913542BC21C1}" type="presOf" srcId="{B35309D2-0CAB-47FA-8AA6-297088D1EEC8}" destId="{A549305A-1759-434A-BC11-42DF3865C886}" srcOrd="1" destOrd="0" presId="urn:microsoft.com/office/officeart/2008/layout/HorizontalMultiLevelHierarchy"/>
    <dgm:cxn modelId="{73AFD978-ABA8-4255-A126-D74AC775EF90}" srcId="{3BAB56BF-A093-42D3-9AAD-52C48B388001}" destId="{58CDE478-C00B-4D1F-8A7D-3C1B4FD94685}" srcOrd="3" destOrd="0" parTransId="{E05B0137-F874-4FA0-A70D-04676AC2750C}" sibTransId="{98CF1DE6-0463-40A9-B67A-5B8B9888F83E}"/>
    <dgm:cxn modelId="{7AA3647F-FEB8-43AE-BAB3-63692F758A2B}" srcId="{C93CB093-B26F-42C0-A824-DE6F9E65B53E}" destId="{D0C70EE6-09B1-4F92-A339-E209C09644F4}" srcOrd="0" destOrd="0" parTransId="{E4975C44-BBF8-4E67-B3AA-15742EE6F20A}" sibTransId="{86C2BDA4-2553-4651-9577-79687CC0CB30}"/>
    <dgm:cxn modelId="{CFA5CD87-9BB7-4B0A-8440-14734B0C799F}" type="presOf" srcId="{5AB60A3A-8EA2-4909-8CFB-4B6CDE07CD4B}" destId="{494B3ACB-ED2B-4E35-83E4-E784D98983D4}" srcOrd="1" destOrd="0" presId="urn:microsoft.com/office/officeart/2008/layout/HorizontalMultiLevelHierarchy"/>
    <dgm:cxn modelId="{A4F72788-902A-446F-A100-29B8ED5A8B63}" type="presOf" srcId="{7F27911C-7E83-4030-B280-4DAAFD521136}" destId="{D0798CAF-834C-4EA3-AA8A-C00EFA629A74}" srcOrd="1" destOrd="0" presId="urn:microsoft.com/office/officeart/2008/layout/HorizontalMultiLevelHierarchy"/>
    <dgm:cxn modelId="{2F029288-CBB8-4605-AEC4-9195015B73A0}" type="presOf" srcId="{7DC532FB-8CC8-472E-B201-4D0DE8D5EAFD}" destId="{0BA7750A-EB33-4F55-8F10-701AE2BC8C29}" srcOrd="0" destOrd="0" presId="urn:microsoft.com/office/officeart/2008/layout/HorizontalMultiLevelHierarchy"/>
    <dgm:cxn modelId="{6041F188-CAC3-4581-93DA-D7894613D39B}" type="presOf" srcId="{ED06357E-C5ED-452C-A7A1-726D201C3F54}" destId="{EA30F626-B4AC-420E-A439-AE4164CEF4D2}" srcOrd="1" destOrd="0" presId="urn:microsoft.com/office/officeart/2008/layout/HorizontalMultiLevelHierarchy"/>
    <dgm:cxn modelId="{ABFC0A8E-E5A0-48E6-A682-C38FBF508F93}" srcId="{C93CB093-B26F-42C0-A824-DE6F9E65B53E}" destId="{64E59BBE-08F6-40CF-9BA5-738EC34E907B}" srcOrd="5" destOrd="0" parTransId="{87433EB0-FB6A-447B-8642-E684A520AD11}" sibTransId="{B61A838B-C130-46D6-9597-30E1DE10D8CE}"/>
    <dgm:cxn modelId="{D1BDBF8E-1274-4794-A338-DEED0870BBCB}" srcId="{3BAB56BF-A093-42D3-9AAD-52C48B388001}" destId="{37557B41-D45C-4569-B74E-33D12EBEF03A}" srcOrd="2" destOrd="0" parTransId="{5AB60A3A-8EA2-4909-8CFB-4B6CDE07CD4B}" sibTransId="{9AE73CCB-009C-4576-A4DF-A4F9219E6319}"/>
    <dgm:cxn modelId="{68413293-20EE-438E-945F-777EF94B5319}" type="presOf" srcId="{45C8551A-1750-4994-A0D2-89761735570A}" destId="{AC224BF8-2C82-4997-B68F-0F3933AEACD0}" srcOrd="1" destOrd="0" presId="urn:microsoft.com/office/officeart/2008/layout/HorizontalMultiLevelHierarchy"/>
    <dgm:cxn modelId="{69A4B694-C749-46B4-AF6D-7A11F5DF1185}" srcId="{C93CB093-B26F-42C0-A824-DE6F9E65B53E}" destId="{2FE13282-DDEF-4673-A763-80E51551E9D4}" srcOrd="1" destOrd="0" parTransId="{B35309D2-0CAB-47FA-8AA6-297088D1EEC8}" sibTransId="{A1FF149D-17B9-4ACD-83AC-C42E45B47539}"/>
    <dgm:cxn modelId="{7FF1539B-20A7-49B7-B1C5-54D0F33AF63C}" type="presOf" srcId="{36528F70-01FB-499C-AC9D-6FBDC420E234}" destId="{3F5FD02A-4286-4723-A87D-16AAA8EEF228}" srcOrd="1" destOrd="0" presId="urn:microsoft.com/office/officeart/2008/layout/HorizontalMultiLevelHierarchy"/>
    <dgm:cxn modelId="{DE1DF8A2-8CBE-4F01-BCB7-6BA09C620366}" type="presOf" srcId="{58CDE478-C00B-4D1F-8A7D-3C1B4FD94685}" destId="{74369F3D-4CD4-40E9-8991-4527C973DD36}" srcOrd="0" destOrd="0" presId="urn:microsoft.com/office/officeart/2008/layout/HorizontalMultiLevelHierarchy"/>
    <dgm:cxn modelId="{4F0358A4-1C97-45E4-9D3F-C2B333D8909A}" srcId="{3BAB56BF-A093-42D3-9AAD-52C48B388001}" destId="{DE720C3D-6A24-49F8-9BAE-E1AAAA507840}" srcOrd="1" destOrd="0" parTransId="{45C8551A-1750-4994-A0D2-89761735570A}" sibTransId="{A97A697C-9148-4E2C-917C-F719043A11EA}"/>
    <dgm:cxn modelId="{7692D7A4-BEAB-4E8E-9282-AB1E23022632}" type="presOf" srcId="{290DFDD5-D8D1-490C-B095-DF8F7E7855FA}" destId="{1FA75150-B058-40D7-A484-C8F054AE4DAF}" srcOrd="0" destOrd="0" presId="urn:microsoft.com/office/officeart/2008/layout/HorizontalMultiLevelHierarchy"/>
    <dgm:cxn modelId="{5E17B5AB-66F7-403C-9572-CBCCF8B521D4}" type="presOf" srcId="{E05B0137-F874-4FA0-A70D-04676AC2750C}" destId="{FF4DFCEE-5D0B-414A-897C-76368976CAC1}" srcOrd="0" destOrd="0" presId="urn:microsoft.com/office/officeart/2008/layout/HorizontalMultiLevelHierarchy"/>
    <dgm:cxn modelId="{2C09A3B3-077A-4065-AEDB-8A8D6942EA7D}" srcId="{C93CB093-B26F-42C0-A824-DE6F9E65B53E}" destId="{285DB6EF-837B-4CEB-BAB8-D6D294EA5B8F}" srcOrd="3" destOrd="0" parTransId="{290DFDD5-D8D1-490C-B095-DF8F7E7855FA}" sibTransId="{A6D4998A-8829-447F-A584-A6E688CA770B}"/>
    <dgm:cxn modelId="{E340A4B8-AA12-4F3D-9F11-1C3D6E5F6CF5}" type="presOf" srcId="{6BF79151-37A4-433E-BC40-FFBDDB257A5A}" destId="{F5E19A53-2C15-4566-9990-25831188691D}" srcOrd="0" destOrd="0" presId="urn:microsoft.com/office/officeart/2008/layout/HorizontalMultiLevelHierarchy"/>
    <dgm:cxn modelId="{1C6F0CB9-DD31-4549-A2C1-6428488F0981}" type="presOf" srcId="{87433EB0-FB6A-447B-8642-E684A520AD11}" destId="{8B2C6ABB-9EF1-4876-A575-06A14262291F}" srcOrd="0" destOrd="0" presId="urn:microsoft.com/office/officeart/2008/layout/HorizontalMultiLevelHierarchy"/>
    <dgm:cxn modelId="{4FB240B9-F748-4157-BC26-6082F6CAA82E}" type="presOf" srcId="{290DFDD5-D8D1-490C-B095-DF8F7E7855FA}" destId="{0E03E79C-24CC-4AC5-AE64-452E3F5950B3}" srcOrd="1" destOrd="0" presId="urn:microsoft.com/office/officeart/2008/layout/HorizontalMultiLevelHierarchy"/>
    <dgm:cxn modelId="{1FC8E3C0-DB88-42D7-A28F-773FFBB5FD51}" type="presOf" srcId="{45C8551A-1750-4994-A0D2-89761735570A}" destId="{01D8073A-CBBF-46CF-8C88-9773461422D2}" srcOrd="0" destOrd="0" presId="urn:microsoft.com/office/officeart/2008/layout/HorizontalMultiLevelHierarchy"/>
    <dgm:cxn modelId="{6854E0CD-9061-499A-BB29-F103900D5A92}" type="presOf" srcId="{DE720C3D-6A24-49F8-9BAE-E1AAAA507840}" destId="{BF77D77C-22A8-4062-B8C1-36B81F87CE15}" srcOrd="0" destOrd="0" presId="urn:microsoft.com/office/officeart/2008/layout/HorizontalMultiLevelHierarchy"/>
    <dgm:cxn modelId="{45F610D1-53AD-4F9B-AB11-CD414A55C7EF}" type="presOf" srcId="{87433EB0-FB6A-447B-8642-E684A520AD11}" destId="{33BFA55F-26A1-4A2F-A24E-0A38E7653971}" srcOrd="1" destOrd="0" presId="urn:microsoft.com/office/officeart/2008/layout/HorizontalMultiLevelHierarchy"/>
    <dgm:cxn modelId="{663395D7-E7C9-4C68-92D5-04DB29444543}" type="presOf" srcId="{7F27911C-7E83-4030-B280-4DAAFD521136}" destId="{9A40A326-A67A-4F21-9176-A0FC706A8CD5}" srcOrd="0" destOrd="0" presId="urn:microsoft.com/office/officeart/2008/layout/HorizontalMultiLevelHierarchy"/>
    <dgm:cxn modelId="{708D32DB-CB10-44D8-B133-F98C24AEA475}" type="presOf" srcId="{92F187BC-471A-4206-81A0-84788834C34E}" destId="{68B9CF64-24F6-486B-B825-F9FAEAB59425}" srcOrd="0" destOrd="0" presId="urn:microsoft.com/office/officeart/2008/layout/HorizontalMultiLevelHierarchy"/>
    <dgm:cxn modelId="{CD4E2EDD-6EA7-4FDE-9D51-9144C218F675}" type="presOf" srcId="{5AB60A3A-8EA2-4909-8CFB-4B6CDE07CD4B}" destId="{FB798C39-EB8A-4EEE-877D-AC3F57E93EB5}" srcOrd="0" destOrd="0" presId="urn:microsoft.com/office/officeart/2008/layout/HorizontalMultiLevelHierarchy"/>
    <dgm:cxn modelId="{68CF60E1-046E-418D-8D51-CCFE39BF0E11}" type="presOf" srcId="{90477CD8-F6E8-47D9-812D-E92F35F959C3}" destId="{0DCAC487-1184-4D56-A073-D4CA32A76935}" srcOrd="0" destOrd="0" presId="urn:microsoft.com/office/officeart/2008/layout/HorizontalMultiLevelHierarchy"/>
    <dgm:cxn modelId="{05BC91E1-135A-4033-A0EB-A70C6C518F9D}" srcId="{6A284C6D-E050-4CBC-96A0-F5891130A9F5}" destId="{3BAB56BF-A093-42D3-9AAD-52C48B388001}" srcOrd="0" destOrd="0" parTransId="{36528F70-01FB-499C-AC9D-6FBDC420E234}" sibTransId="{F54A0B58-7959-40B9-BAD8-2FBD6DE499F5}"/>
    <dgm:cxn modelId="{D209F9E2-22B7-432C-B926-951A85B5BC33}" type="presOf" srcId="{7DC532FB-8CC8-472E-B201-4D0DE8D5EAFD}" destId="{F63F9048-8708-40F8-9809-B791C6302A68}" srcOrd="1" destOrd="0" presId="urn:microsoft.com/office/officeart/2008/layout/HorizontalMultiLevelHierarchy"/>
    <dgm:cxn modelId="{03ABD7E9-E6B1-4BFB-B9FE-2E42EC455DBD}" type="presOf" srcId="{6E409ECE-E819-4BE9-8CDB-6B1CDCD4B475}" destId="{8F2CEDCE-D38F-43BF-A92A-4DB6D59C7C7C}" srcOrd="0" destOrd="0" presId="urn:microsoft.com/office/officeart/2008/layout/HorizontalMultiLevelHierarchy"/>
    <dgm:cxn modelId="{9AE095F1-7EE7-49FC-B7B6-84A00FB79110}" type="presOf" srcId="{ED06357E-C5ED-452C-A7A1-726D201C3F54}" destId="{50E26C8D-B39E-4F49-BDFC-CC5D424B4B17}" srcOrd="0" destOrd="0" presId="urn:microsoft.com/office/officeart/2008/layout/HorizontalMultiLevelHierarchy"/>
    <dgm:cxn modelId="{8A9612F4-F786-4FDC-9BE7-3602662971D0}" type="presOf" srcId="{E4975C44-BBF8-4E67-B3AA-15742EE6F20A}" destId="{8007BD7D-9153-4EC0-A1A0-98CC31B06A4E}" srcOrd="0" destOrd="0" presId="urn:microsoft.com/office/officeart/2008/layout/HorizontalMultiLevelHierarchy"/>
    <dgm:cxn modelId="{8A30C8F4-32EF-4355-B836-F0E9F57EB00A}" type="presOf" srcId="{3BAB56BF-A093-42D3-9AAD-52C48B388001}" destId="{63E7D582-D46C-4E7C-BFBF-F2DA501092C8}" srcOrd="0" destOrd="0" presId="urn:microsoft.com/office/officeart/2008/layout/HorizontalMultiLevelHierarchy"/>
    <dgm:cxn modelId="{F95EAEF6-DFD3-4852-8EC5-9AE49426DE46}" srcId="{6A284C6D-E050-4CBC-96A0-F5891130A9F5}" destId="{C93CB093-B26F-42C0-A824-DE6F9E65B53E}" srcOrd="1" destOrd="0" parTransId="{7F27911C-7E83-4030-B280-4DAAFD521136}" sibTransId="{2278E064-2317-472D-A0AD-412ACB38F9CC}"/>
    <dgm:cxn modelId="{8B2A63F7-ED24-46FB-A30E-4A0CE704F2BD}" type="presOf" srcId="{36528F70-01FB-499C-AC9D-6FBDC420E234}" destId="{EBB741AA-2380-42BB-95D5-C4AA619ECD56}" srcOrd="0" destOrd="0" presId="urn:microsoft.com/office/officeart/2008/layout/HorizontalMultiLevelHierarchy"/>
    <dgm:cxn modelId="{398A729D-30AE-4421-A533-F743290F71F3}" type="presParOf" srcId="{F5E19A53-2C15-4566-9990-25831188691D}" destId="{A837124F-8D04-4F18-90FF-97D88B2DC63B}" srcOrd="0" destOrd="0" presId="urn:microsoft.com/office/officeart/2008/layout/HorizontalMultiLevelHierarchy"/>
    <dgm:cxn modelId="{8B88375C-C497-4ECB-96C4-0DC7B6C44526}" type="presParOf" srcId="{A837124F-8D04-4F18-90FF-97D88B2DC63B}" destId="{2DA0102F-ED7C-4C40-86F6-1B24E3089D1B}" srcOrd="0" destOrd="0" presId="urn:microsoft.com/office/officeart/2008/layout/HorizontalMultiLevelHierarchy"/>
    <dgm:cxn modelId="{6832E7D6-58E3-4473-B212-71FA48608F7E}" type="presParOf" srcId="{A837124F-8D04-4F18-90FF-97D88B2DC63B}" destId="{3BCA6241-3843-45EA-8452-37702BE70C69}" srcOrd="1" destOrd="0" presId="urn:microsoft.com/office/officeart/2008/layout/HorizontalMultiLevelHierarchy"/>
    <dgm:cxn modelId="{F01D4FCD-893C-4B83-9AD7-0C8431D078D9}" type="presParOf" srcId="{3BCA6241-3843-45EA-8452-37702BE70C69}" destId="{EBB741AA-2380-42BB-95D5-C4AA619ECD56}" srcOrd="0" destOrd="0" presId="urn:microsoft.com/office/officeart/2008/layout/HorizontalMultiLevelHierarchy"/>
    <dgm:cxn modelId="{0F3C1EAB-77B3-47EE-B02D-FEAE89B6D2FB}" type="presParOf" srcId="{EBB741AA-2380-42BB-95D5-C4AA619ECD56}" destId="{3F5FD02A-4286-4723-A87D-16AAA8EEF228}" srcOrd="0" destOrd="0" presId="urn:microsoft.com/office/officeart/2008/layout/HorizontalMultiLevelHierarchy"/>
    <dgm:cxn modelId="{284E3BE6-3C3E-492A-8B61-8EF0F48F6B2B}" type="presParOf" srcId="{3BCA6241-3843-45EA-8452-37702BE70C69}" destId="{DF14BCD8-EE5E-4D9E-BE9E-BFC97CCFE02B}" srcOrd="1" destOrd="0" presId="urn:microsoft.com/office/officeart/2008/layout/HorizontalMultiLevelHierarchy"/>
    <dgm:cxn modelId="{6623A4DD-52E3-4606-9B1D-0098E383CA4E}" type="presParOf" srcId="{DF14BCD8-EE5E-4D9E-BE9E-BFC97CCFE02B}" destId="{63E7D582-D46C-4E7C-BFBF-F2DA501092C8}" srcOrd="0" destOrd="0" presId="urn:microsoft.com/office/officeart/2008/layout/HorizontalMultiLevelHierarchy"/>
    <dgm:cxn modelId="{E54D95AA-1B80-4659-924D-9FBBDAF53558}" type="presParOf" srcId="{DF14BCD8-EE5E-4D9E-BE9E-BFC97CCFE02B}" destId="{F3C34D8E-C7E8-4BD4-8336-270C39A3B1E9}" srcOrd="1" destOrd="0" presId="urn:microsoft.com/office/officeart/2008/layout/HorizontalMultiLevelHierarchy"/>
    <dgm:cxn modelId="{5BE47638-C993-4CC3-8BB9-5FF5A6C83096}" type="presParOf" srcId="{F3C34D8E-C7E8-4BD4-8336-270C39A3B1E9}" destId="{0BA7750A-EB33-4F55-8F10-701AE2BC8C29}" srcOrd="0" destOrd="0" presId="urn:microsoft.com/office/officeart/2008/layout/HorizontalMultiLevelHierarchy"/>
    <dgm:cxn modelId="{5439213C-0226-46F7-BCAF-6953C4016E72}" type="presParOf" srcId="{0BA7750A-EB33-4F55-8F10-701AE2BC8C29}" destId="{F63F9048-8708-40F8-9809-B791C6302A68}" srcOrd="0" destOrd="0" presId="urn:microsoft.com/office/officeart/2008/layout/HorizontalMultiLevelHierarchy"/>
    <dgm:cxn modelId="{FAC295EC-44B3-44D7-A131-BD1417C2C67E}" type="presParOf" srcId="{F3C34D8E-C7E8-4BD4-8336-270C39A3B1E9}" destId="{E02E4C71-2BE3-4EFC-8B44-029A3ACE2F2C}" srcOrd="1" destOrd="0" presId="urn:microsoft.com/office/officeart/2008/layout/HorizontalMultiLevelHierarchy"/>
    <dgm:cxn modelId="{090D21CF-8316-4251-8A61-0787A10FC740}" type="presParOf" srcId="{E02E4C71-2BE3-4EFC-8B44-029A3ACE2F2C}" destId="{68B9CF64-24F6-486B-B825-F9FAEAB59425}" srcOrd="0" destOrd="0" presId="urn:microsoft.com/office/officeart/2008/layout/HorizontalMultiLevelHierarchy"/>
    <dgm:cxn modelId="{7474E32E-EE8A-41C2-BEF8-9D89D9463B67}" type="presParOf" srcId="{E02E4C71-2BE3-4EFC-8B44-029A3ACE2F2C}" destId="{FA6CAD5F-2583-4B21-8402-FF9EE8C26B0C}" srcOrd="1" destOrd="0" presId="urn:microsoft.com/office/officeart/2008/layout/HorizontalMultiLevelHierarchy"/>
    <dgm:cxn modelId="{9DAD7BF0-EC2C-42C3-8764-D38C116939BA}" type="presParOf" srcId="{F3C34D8E-C7E8-4BD4-8336-270C39A3B1E9}" destId="{01D8073A-CBBF-46CF-8C88-9773461422D2}" srcOrd="2" destOrd="0" presId="urn:microsoft.com/office/officeart/2008/layout/HorizontalMultiLevelHierarchy"/>
    <dgm:cxn modelId="{B7DA6D79-7F32-40C1-991F-42E52E8B07C3}" type="presParOf" srcId="{01D8073A-CBBF-46CF-8C88-9773461422D2}" destId="{AC224BF8-2C82-4997-B68F-0F3933AEACD0}" srcOrd="0" destOrd="0" presId="urn:microsoft.com/office/officeart/2008/layout/HorizontalMultiLevelHierarchy"/>
    <dgm:cxn modelId="{D0587AB3-BA67-4316-A32F-94EF366EA83C}" type="presParOf" srcId="{F3C34D8E-C7E8-4BD4-8336-270C39A3B1E9}" destId="{3EB11F52-D7C1-4711-B80E-297566CB3B89}" srcOrd="3" destOrd="0" presId="urn:microsoft.com/office/officeart/2008/layout/HorizontalMultiLevelHierarchy"/>
    <dgm:cxn modelId="{BDAF16EC-638A-4022-855E-2A682E64C1B3}" type="presParOf" srcId="{3EB11F52-D7C1-4711-B80E-297566CB3B89}" destId="{BF77D77C-22A8-4062-B8C1-36B81F87CE15}" srcOrd="0" destOrd="0" presId="urn:microsoft.com/office/officeart/2008/layout/HorizontalMultiLevelHierarchy"/>
    <dgm:cxn modelId="{29B06C37-FC0E-4722-84B6-5B203F9E1715}" type="presParOf" srcId="{3EB11F52-D7C1-4711-B80E-297566CB3B89}" destId="{39925E32-4F61-4027-B11D-3C1E3697D48A}" srcOrd="1" destOrd="0" presId="urn:microsoft.com/office/officeart/2008/layout/HorizontalMultiLevelHierarchy"/>
    <dgm:cxn modelId="{E1C8055F-19ED-4A3E-B392-CAA0AF3ED8D9}" type="presParOf" srcId="{F3C34D8E-C7E8-4BD4-8336-270C39A3B1E9}" destId="{FB798C39-EB8A-4EEE-877D-AC3F57E93EB5}" srcOrd="4" destOrd="0" presId="urn:microsoft.com/office/officeart/2008/layout/HorizontalMultiLevelHierarchy"/>
    <dgm:cxn modelId="{70AC3147-3432-4947-A63F-6D5590684F23}" type="presParOf" srcId="{FB798C39-EB8A-4EEE-877D-AC3F57E93EB5}" destId="{494B3ACB-ED2B-4E35-83E4-E784D98983D4}" srcOrd="0" destOrd="0" presId="urn:microsoft.com/office/officeart/2008/layout/HorizontalMultiLevelHierarchy"/>
    <dgm:cxn modelId="{CE542B62-0D96-4AFF-91C7-8E13C58A9248}" type="presParOf" srcId="{F3C34D8E-C7E8-4BD4-8336-270C39A3B1E9}" destId="{D02F18ED-9E96-4CC9-A06D-81546147AF60}" srcOrd="5" destOrd="0" presId="urn:microsoft.com/office/officeart/2008/layout/HorizontalMultiLevelHierarchy"/>
    <dgm:cxn modelId="{CF80AD63-0FA0-4799-8B4E-440D07A535C6}" type="presParOf" srcId="{D02F18ED-9E96-4CC9-A06D-81546147AF60}" destId="{8639AFC9-2DEA-45FD-971B-9EB92137251F}" srcOrd="0" destOrd="0" presId="urn:microsoft.com/office/officeart/2008/layout/HorizontalMultiLevelHierarchy"/>
    <dgm:cxn modelId="{ACB9BA91-14A1-4B98-B36C-EA4D378C1748}" type="presParOf" srcId="{D02F18ED-9E96-4CC9-A06D-81546147AF60}" destId="{2C4D1BEA-26E4-43B5-8CD7-BE6D6C9D9AD4}" srcOrd="1" destOrd="0" presId="urn:microsoft.com/office/officeart/2008/layout/HorizontalMultiLevelHierarchy"/>
    <dgm:cxn modelId="{508EEAD5-2C8D-4E38-AB96-F6089D09851C}" type="presParOf" srcId="{F3C34D8E-C7E8-4BD4-8336-270C39A3B1E9}" destId="{FF4DFCEE-5D0B-414A-897C-76368976CAC1}" srcOrd="6" destOrd="0" presId="urn:microsoft.com/office/officeart/2008/layout/HorizontalMultiLevelHierarchy"/>
    <dgm:cxn modelId="{7F4A4C4E-749B-4CAA-9D0B-D7B497C84B25}" type="presParOf" srcId="{FF4DFCEE-5D0B-414A-897C-76368976CAC1}" destId="{FE174774-1DFF-4DE4-AD41-D9D694245A0A}" srcOrd="0" destOrd="0" presId="urn:microsoft.com/office/officeart/2008/layout/HorizontalMultiLevelHierarchy"/>
    <dgm:cxn modelId="{45F5372F-166A-4333-B67B-EAD59B40EC65}" type="presParOf" srcId="{F3C34D8E-C7E8-4BD4-8336-270C39A3B1E9}" destId="{7BD0C117-5160-4F31-932E-634FEC824CE9}" srcOrd="7" destOrd="0" presId="urn:microsoft.com/office/officeart/2008/layout/HorizontalMultiLevelHierarchy"/>
    <dgm:cxn modelId="{3D212412-7EC3-4849-B40E-02D848C8F487}" type="presParOf" srcId="{7BD0C117-5160-4F31-932E-634FEC824CE9}" destId="{74369F3D-4CD4-40E9-8991-4527C973DD36}" srcOrd="0" destOrd="0" presId="urn:microsoft.com/office/officeart/2008/layout/HorizontalMultiLevelHierarchy"/>
    <dgm:cxn modelId="{9D19A929-9881-4E3B-8EE3-D883C3058B29}" type="presParOf" srcId="{7BD0C117-5160-4F31-932E-634FEC824CE9}" destId="{07528B92-B9AB-4401-B180-F7627B1A781C}" srcOrd="1" destOrd="0" presId="urn:microsoft.com/office/officeart/2008/layout/HorizontalMultiLevelHierarchy"/>
    <dgm:cxn modelId="{131D79D9-55F5-4247-8A49-DFEC48E02CD7}" type="presParOf" srcId="{3BCA6241-3843-45EA-8452-37702BE70C69}" destId="{9A40A326-A67A-4F21-9176-A0FC706A8CD5}" srcOrd="2" destOrd="0" presId="urn:microsoft.com/office/officeart/2008/layout/HorizontalMultiLevelHierarchy"/>
    <dgm:cxn modelId="{D417567E-FD0F-43E0-B4E0-A064BE53F600}" type="presParOf" srcId="{9A40A326-A67A-4F21-9176-A0FC706A8CD5}" destId="{D0798CAF-834C-4EA3-AA8A-C00EFA629A74}" srcOrd="0" destOrd="0" presId="urn:microsoft.com/office/officeart/2008/layout/HorizontalMultiLevelHierarchy"/>
    <dgm:cxn modelId="{2C234867-3634-4F47-BCBA-7B331A7361F3}" type="presParOf" srcId="{3BCA6241-3843-45EA-8452-37702BE70C69}" destId="{830D3CA5-1F7F-46B9-A522-0E08CDBFEC88}" srcOrd="3" destOrd="0" presId="urn:microsoft.com/office/officeart/2008/layout/HorizontalMultiLevelHierarchy"/>
    <dgm:cxn modelId="{6648FA14-C4F5-4F05-8736-8BC40A2FBE79}" type="presParOf" srcId="{830D3CA5-1F7F-46B9-A522-0E08CDBFEC88}" destId="{20A6B0CB-EDC2-4488-BCF4-26B3ACA01CFA}" srcOrd="0" destOrd="0" presId="urn:microsoft.com/office/officeart/2008/layout/HorizontalMultiLevelHierarchy"/>
    <dgm:cxn modelId="{4F65CC9B-7445-49FF-8137-0E007D8F9B3A}" type="presParOf" srcId="{830D3CA5-1F7F-46B9-A522-0E08CDBFEC88}" destId="{48D187D4-C734-41C1-A6BD-57607A805A16}" srcOrd="1" destOrd="0" presId="urn:microsoft.com/office/officeart/2008/layout/HorizontalMultiLevelHierarchy"/>
    <dgm:cxn modelId="{77E280A5-84B5-4CB5-9176-00889C065D4B}" type="presParOf" srcId="{48D187D4-C734-41C1-A6BD-57607A805A16}" destId="{8007BD7D-9153-4EC0-A1A0-98CC31B06A4E}" srcOrd="0" destOrd="0" presId="urn:microsoft.com/office/officeart/2008/layout/HorizontalMultiLevelHierarchy"/>
    <dgm:cxn modelId="{ABD46D7C-4E86-48FF-90F8-D3BBC466CF48}" type="presParOf" srcId="{8007BD7D-9153-4EC0-A1A0-98CC31B06A4E}" destId="{257E965F-9AFB-4920-B11A-FC349EEBA367}" srcOrd="0" destOrd="0" presId="urn:microsoft.com/office/officeart/2008/layout/HorizontalMultiLevelHierarchy"/>
    <dgm:cxn modelId="{36A6212E-C465-46AC-9E12-25A60D13EDC7}" type="presParOf" srcId="{48D187D4-C734-41C1-A6BD-57607A805A16}" destId="{57A02272-E7CA-444B-B2B7-4D7D1383BAD2}" srcOrd="1" destOrd="0" presId="urn:microsoft.com/office/officeart/2008/layout/HorizontalMultiLevelHierarchy"/>
    <dgm:cxn modelId="{4700F796-F857-47B4-BE94-D4030F7316FE}" type="presParOf" srcId="{57A02272-E7CA-444B-B2B7-4D7D1383BAD2}" destId="{E7D446D8-156D-4626-B468-E79E3A9D3008}" srcOrd="0" destOrd="0" presId="urn:microsoft.com/office/officeart/2008/layout/HorizontalMultiLevelHierarchy"/>
    <dgm:cxn modelId="{08E576E8-FFC6-4C5D-8673-B854A1A94861}" type="presParOf" srcId="{57A02272-E7CA-444B-B2B7-4D7D1383BAD2}" destId="{46DBE694-9CAE-45C0-B03C-A0E49878887F}" srcOrd="1" destOrd="0" presId="urn:microsoft.com/office/officeart/2008/layout/HorizontalMultiLevelHierarchy"/>
    <dgm:cxn modelId="{27F84E37-EC30-419B-AA2B-33C20F8ABD21}" type="presParOf" srcId="{48D187D4-C734-41C1-A6BD-57607A805A16}" destId="{790490C8-191B-4E85-969F-8B801DEBC697}" srcOrd="2" destOrd="0" presId="urn:microsoft.com/office/officeart/2008/layout/HorizontalMultiLevelHierarchy"/>
    <dgm:cxn modelId="{4CAE54CE-DC75-492A-B5A6-24CD695A3EAE}" type="presParOf" srcId="{790490C8-191B-4E85-969F-8B801DEBC697}" destId="{A549305A-1759-434A-BC11-42DF3865C886}" srcOrd="0" destOrd="0" presId="urn:microsoft.com/office/officeart/2008/layout/HorizontalMultiLevelHierarchy"/>
    <dgm:cxn modelId="{67653F8A-BC7B-4393-ADA5-3EB7591CAF11}" type="presParOf" srcId="{48D187D4-C734-41C1-A6BD-57607A805A16}" destId="{98AADF4D-7F89-40DC-92D7-BDEADD628EB3}" srcOrd="3" destOrd="0" presId="urn:microsoft.com/office/officeart/2008/layout/HorizontalMultiLevelHierarchy"/>
    <dgm:cxn modelId="{E9F9CC17-385D-465D-B32B-B6C064D83F35}" type="presParOf" srcId="{98AADF4D-7F89-40DC-92D7-BDEADD628EB3}" destId="{4975CF32-CEE5-45F9-B6A2-EADD444CA93D}" srcOrd="0" destOrd="0" presId="urn:microsoft.com/office/officeart/2008/layout/HorizontalMultiLevelHierarchy"/>
    <dgm:cxn modelId="{3D1A1F89-F7CE-4352-B377-77EE85276BDD}" type="presParOf" srcId="{98AADF4D-7F89-40DC-92D7-BDEADD628EB3}" destId="{08901D85-07BB-49FB-8DD3-A7C1F5C7B198}" srcOrd="1" destOrd="0" presId="urn:microsoft.com/office/officeart/2008/layout/HorizontalMultiLevelHierarchy"/>
    <dgm:cxn modelId="{5EC7C742-8036-4F0E-8216-DA17CE0C45B1}" type="presParOf" srcId="{48D187D4-C734-41C1-A6BD-57607A805A16}" destId="{0DCAC487-1184-4D56-A073-D4CA32A76935}" srcOrd="4" destOrd="0" presId="urn:microsoft.com/office/officeart/2008/layout/HorizontalMultiLevelHierarchy"/>
    <dgm:cxn modelId="{9F63EE4B-A0D4-4DD9-8E74-E86F9140EA37}" type="presParOf" srcId="{0DCAC487-1184-4D56-A073-D4CA32A76935}" destId="{18C8A80B-4107-46EC-BC43-DB9CC6EE66FA}" srcOrd="0" destOrd="0" presId="urn:microsoft.com/office/officeart/2008/layout/HorizontalMultiLevelHierarchy"/>
    <dgm:cxn modelId="{E1C83A0E-90EE-4193-A36D-45A6FDBCE85C}" type="presParOf" srcId="{48D187D4-C734-41C1-A6BD-57607A805A16}" destId="{5FDEFC55-C09B-403C-90F8-D830E302FA79}" srcOrd="5" destOrd="0" presId="urn:microsoft.com/office/officeart/2008/layout/HorizontalMultiLevelHierarchy"/>
    <dgm:cxn modelId="{7CF59442-4E53-4B7E-AF0D-9DCE8DB3F2ED}" type="presParOf" srcId="{5FDEFC55-C09B-403C-90F8-D830E302FA79}" destId="{8F2CEDCE-D38F-43BF-A92A-4DB6D59C7C7C}" srcOrd="0" destOrd="0" presId="urn:microsoft.com/office/officeart/2008/layout/HorizontalMultiLevelHierarchy"/>
    <dgm:cxn modelId="{33961D81-E81E-435B-AB91-1D2DE891AFE4}" type="presParOf" srcId="{5FDEFC55-C09B-403C-90F8-D830E302FA79}" destId="{FB75F931-4DE3-4AB2-8893-8043D789564D}" srcOrd="1" destOrd="0" presId="urn:microsoft.com/office/officeart/2008/layout/HorizontalMultiLevelHierarchy"/>
    <dgm:cxn modelId="{8DA797E5-0C0C-4F34-81C7-C9F820049D45}" type="presParOf" srcId="{48D187D4-C734-41C1-A6BD-57607A805A16}" destId="{1FA75150-B058-40D7-A484-C8F054AE4DAF}" srcOrd="6" destOrd="0" presId="urn:microsoft.com/office/officeart/2008/layout/HorizontalMultiLevelHierarchy"/>
    <dgm:cxn modelId="{8F24AA30-CA40-4F27-AB01-74418A780093}" type="presParOf" srcId="{1FA75150-B058-40D7-A484-C8F054AE4DAF}" destId="{0E03E79C-24CC-4AC5-AE64-452E3F5950B3}" srcOrd="0" destOrd="0" presId="urn:microsoft.com/office/officeart/2008/layout/HorizontalMultiLevelHierarchy"/>
    <dgm:cxn modelId="{51D9B8BE-9943-41A0-8593-8639827CC7B5}" type="presParOf" srcId="{48D187D4-C734-41C1-A6BD-57607A805A16}" destId="{98F62EF2-3C9F-4131-8C12-D9FD9F5875C1}" srcOrd="7" destOrd="0" presId="urn:microsoft.com/office/officeart/2008/layout/HorizontalMultiLevelHierarchy"/>
    <dgm:cxn modelId="{FEA9D193-9B59-45EC-BB0E-49F14884A520}" type="presParOf" srcId="{98F62EF2-3C9F-4131-8C12-D9FD9F5875C1}" destId="{0C6AEA42-36DB-423B-BD05-6956E38A7AAB}" srcOrd="0" destOrd="0" presId="urn:microsoft.com/office/officeart/2008/layout/HorizontalMultiLevelHierarchy"/>
    <dgm:cxn modelId="{87C156F1-EAD2-4072-A57D-5E0C548E6FEF}" type="presParOf" srcId="{98F62EF2-3C9F-4131-8C12-D9FD9F5875C1}" destId="{EC302292-C8ED-4B5E-9D3C-66D7F01D52D1}" srcOrd="1" destOrd="0" presId="urn:microsoft.com/office/officeart/2008/layout/HorizontalMultiLevelHierarchy"/>
    <dgm:cxn modelId="{B8BA39D7-CE99-431A-AF8F-A9D2A1A1E1E0}" type="presParOf" srcId="{48D187D4-C734-41C1-A6BD-57607A805A16}" destId="{50E26C8D-B39E-4F49-BDFC-CC5D424B4B17}" srcOrd="8" destOrd="0" presId="urn:microsoft.com/office/officeart/2008/layout/HorizontalMultiLevelHierarchy"/>
    <dgm:cxn modelId="{69F6FBEA-6994-473F-8D01-E4A618EE43E6}" type="presParOf" srcId="{50E26C8D-B39E-4F49-BDFC-CC5D424B4B17}" destId="{EA30F626-B4AC-420E-A439-AE4164CEF4D2}" srcOrd="0" destOrd="0" presId="urn:microsoft.com/office/officeart/2008/layout/HorizontalMultiLevelHierarchy"/>
    <dgm:cxn modelId="{7153D7F8-BBA2-494B-BC80-ED409FA661B5}" type="presParOf" srcId="{48D187D4-C734-41C1-A6BD-57607A805A16}" destId="{BDDF4965-B3A4-4238-9160-41BAEFEF35FC}" srcOrd="9" destOrd="0" presId="urn:microsoft.com/office/officeart/2008/layout/HorizontalMultiLevelHierarchy"/>
    <dgm:cxn modelId="{87D738F0-5D45-4F31-9328-6F82C54014FC}" type="presParOf" srcId="{BDDF4965-B3A4-4238-9160-41BAEFEF35FC}" destId="{7F6F51BD-6023-493A-B371-FE82FDB826D8}" srcOrd="0" destOrd="0" presId="urn:microsoft.com/office/officeart/2008/layout/HorizontalMultiLevelHierarchy"/>
    <dgm:cxn modelId="{9ADF0AC6-911E-4B9F-B37F-FDB8C314038F}" type="presParOf" srcId="{BDDF4965-B3A4-4238-9160-41BAEFEF35FC}" destId="{B3E40D55-EE56-42F4-82C0-42DDFEA7DCF2}" srcOrd="1" destOrd="0" presId="urn:microsoft.com/office/officeart/2008/layout/HorizontalMultiLevelHierarchy"/>
    <dgm:cxn modelId="{C7193798-8BB5-4A8F-8FAA-DB3881B9607B}" type="presParOf" srcId="{48D187D4-C734-41C1-A6BD-57607A805A16}" destId="{8B2C6ABB-9EF1-4876-A575-06A14262291F}" srcOrd="10" destOrd="0" presId="urn:microsoft.com/office/officeart/2008/layout/HorizontalMultiLevelHierarchy"/>
    <dgm:cxn modelId="{6024B368-1A53-4231-A174-25E0B5416B6B}" type="presParOf" srcId="{8B2C6ABB-9EF1-4876-A575-06A14262291F}" destId="{33BFA55F-26A1-4A2F-A24E-0A38E7653971}" srcOrd="0" destOrd="0" presId="urn:microsoft.com/office/officeart/2008/layout/HorizontalMultiLevelHierarchy"/>
    <dgm:cxn modelId="{E0327E4F-53D5-48CC-86D4-9B8397BD80BC}" type="presParOf" srcId="{48D187D4-C734-41C1-A6BD-57607A805A16}" destId="{004A8616-F5F2-4F9E-82EC-0D6500FF68D4}" srcOrd="11" destOrd="0" presId="urn:microsoft.com/office/officeart/2008/layout/HorizontalMultiLevelHierarchy"/>
    <dgm:cxn modelId="{F58748E3-54F4-4BB1-919D-59C6825C2289}" type="presParOf" srcId="{004A8616-F5F2-4F9E-82EC-0D6500FF68D4}" destId="{8BF88D62-89F4-4D63-BAFB-11B55313A1BF}" srcOrd="0" destOrd="0" presId="urn:microsoft.com/office/officeart/2008/layout/HorizontalMultiLevelHierarchy"/>
    <dgm:cxn modelId="{DD36E6E2-A96A-406E-9197-766B004ABE15}" type="presParOf" srcId="{004A8616-F5F2-4F9E-82EC-0D6500FF68D4}" destId="{B36601D6-EDF6-46F0-8D65-7F582B79238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2C6ABB-9EF1-4876-A575-06A14262291F}">
      <dsp:nvSpPr>
        <dsp:cNvPr id="0" name=""/>
        <dsp:cNvSpPr/>
      </dsp:nvSpPr>
      <dsp:spPr>
        <a:xfrm>
          <a:off x="2240705" y="3814035"/>
          <a:ext cx="289873" cy="13808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4936" y="0"/>
              </a:lnTo>
              <a:lnTo>
                <a:pt x="144936" y="1380877"/>
              </a:lnTo>
              <a:lnTo>
                <a:pt x="289873" y="138087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Inter" panose="02000503000000020004" pitchFamily="2" charset="0"/>
            <a:ea typeface="Inter" panose="02000503000000020004" pitchFamily="2" charset="0"/>
          </a:endParaRPr>
        </a:p>
      </dsp:txBody>
      <dsp:txXfrm>
        <a:off x="2350367" y="4469199"/>
        <a:ext cx="70548" cy="70548"/>
      </dsp:txXfrm>
    </dsp:sp>
    <dsp:sp modelId="{50E26C8D-B39E-4F49-BDFC-CC5D424B4B17}">
      <dsp:nvSpPr>
        <dsp:cNvPr id="0" name=""/>
        <dsp:cNvSpPr/>
      </dsp:nvSpPr>
      <dsp:spPr>
        <a:xfrm>
          <a:off x="2240705" y="3814035"/>
          <a:ext cx="289873" cy="8285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4936" y="0"/>
              </a:lnTo>
              <a:lnTo>
                <a:pt x="144936" y="828526"/>
              </a:lnTo>
              <a:lnTo>
                <a:pt x="289873" y="82852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Inter" panose="02000503000000020004" pitchFamily="2" charset="0"/>
            <a:ea typeface="Inter" panose="02000503000000020004" pitchFamily="2" charset="0"/>
          </a:endParaRPr>
        </a:p>
      </dsp:txBody>
      <dsp:txXfrm>
        <a:off x="2363697" y="4206353"/>
        <a:ext cx="43888" cy="43888"/>
      </dsp:txXfrm>
    </dsp:sp>
    <dsp:sp modelId="{1FA75150-B058-40D7-A484-C8F054AE4DAF}">
      <dsp:nvSpPr>
        <dsp:cNvPr id="0" name=""/>
        <dsp:cNvSpPr/>
      </dsp:nvSpPr>
      <dsp:spPr>
        <a:xfrm>
          <a:off x="2240705" y="3814035"/>
          <a:ext cx="289873" cy="2761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4936" y="0"/>
              </a:lnTo>
              <a:lnTo>
                <a:pt x="144936" y="276175"/>
              </a:lnTo>
              <a:lnTo>
                <a:pt x="289873" y="276175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Inter" panose="02000503000000020004" pitchFamily="2" charset="0"/>
            <a:ea typeface="Inter" panose="02000503000000020004" pitchFamily="2" charset="0"/>
          </a:endParaRPr>
        </a:p>
      </dsp:txBody>
      <dsp:txXfrm>
        <a:off x="2375632" y="3942113"/>
        <a:ext cx="20018" cy="20018"/>
      </dsp:txXfrm>
    </dsp:sp>
    <dsp:sp modelId="{0DCAC487-1184-4D56-A073-D4CA32A76935}">
      <dsp:nvSpPr>
        <dsp:cNvPr id="0" name=""/>
        <dsp:cNvSpPr/>
      </dsp:nvSpPr>
      <dsp:spPr>
        <a:xfrm>
          <a:off x="2240705" y="3537859"/>
          <a:ext cx="289873" cy="276175"/>
        </a:xfrm>
        <a:custGeom>
          <a:avLst/>
          <a:gdLst/>
          <a:ahLst/>
          <a:cxnLst/>
          <a:rect l="0" t="0" r="0" b="0"/>
          <a:pathLst>
            <a:path>
              <a:moveTo>
                <a:pt x="0" y="276175"/>
              </a:moveTo>
              <a:lnTo>
                <a:pt x="144936" y="276175"/>
              </a:lnTo>
              <a:lnTo>
                <a:pt x="144936" y="0"/>
              </a:lnTo>
              <a:lnTo>
                <a:pt x="289873" y="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Inter" panose="02000503000000020004" pitchFamily="2" charset="0"/>
            <a:ea typeface="Inter" panose="02000503000000020004" pitchFamily="2" charset="0"/>
          </a:endParaRPr>
        </a:p>
      </dsp:txBody>
      <dsp:txXfrm>
        <a:off x="2375632" y="3665938"/>
        <a:ext cx="20018" cy="20018"/>
      </dsp:txXfrm>
    </dsp:sp>
    <dsp:sp modelId="{790490C8-191B-4E85-969F-8B801DEBC697}">
      <dsp:nvSpPr>
        <dsp:cNvPr id="0" name=""/>
        <dsp:cNvSpPr/>
      </dsp:nvSpPr>
      <dsp:spPr>
        <a:xfrm>
          <a:off x="2240705" y="2985508"/>
          <a:ext cx="289873" cy="828526"/>
        </a:xfrm>
        <a:custGeom>
          <a:avLst/>
          <a:gdLst/>
          <a:ahLst/>
          <a:cxnLst/>
          <a:rect l="0" t="0" r="0" b="0"/>
          <a:pathLst>
            <a:path>
              <a:moveTo>
                <a:pt x="0" y="828526"/>
              </a:moveTo>
              <a:lnTo>
                <a:pt x="144936" y="828526"/>
              </a:lnTo>
              <a:lnTo>
                <a:pt x="144936" y="0"/>
              </a:lnTo>
              <a:lnTo>
                <a:pt x="289873" y="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Inter" panose="02000503000000020004" pitchFamily="2" charset="0"/>
            <a:ea typeface="Inter" panose="02000503000000020004" pitchFamily="2" charset="0"/>
          </a:endParaRPr>
        </a:p>
      </dsp:txBody>
      <dsp:txXfrm>
        <a:off x="2363697" y="3377827"/>
        <a:ext cx="43888" cy="43888"/>
      </dsp:txXfrm>
    </dsp:sp>
    <dsp:sp modelId="{8007BD7D-9153-4EC0-A1A0-98CC31B06A4E}">
      <dsp:nvSpPr>
        <dsp:cNvPr id="0" name=""/>
        <dsp:cNvSpPr/>
      </dsp:nvSpPr>
      <dsp:spPr>
        <a:xfrm>
          <a:off x="2240705" y="2433158"/>
          <a:ext cx="289873" cy="1380877"/>
        </a:xfrm>
        <a:custGeom>
          <a:avLst/>
          <a:gdLst/>
          <a:ahLst/>
          <a:cxnLst/>
          <a:rect l="0" t="0" r="0" b="0"/>
          <a:pathLst>
            <a:path>
              <a:moveTo>
                <a:pt x="0" y="1380877"/>
              </a:moveTo>
              <a:lnTo>
                <a:pt x="144936" y="1380877"/>
              </a:lnTo>
              <a:lnTo>
                <a:pt x="144936" y="0"/>
              </a:lnTo>
              <a:lnTo>
                <a:pt x="289873" y="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Inter" panose="02000503000000020004" pitchFamily="2" charset="0"/>
            <a:ea typeface="Inter" panose="02000503000000020004" pitchFamily="2" charset="0"/>
          </a:endParaRPr>
        </a:p>
      </dsp:txBody>
      <dsp:txXfrm>
        <a:off x="2350367" y="3088322"/>
        <a:ext cx="70548" cy="70548"/>
      </dsp:txXfrm>
    </dsp:sp>
    <dsp:sp modelId="{9A40A326-A67A-4F21-9176-A0FC706A8CD5}">
      <dsp:nvSpPr>
        <dsp:cNvPr id="0" name=""/>
        <dsp:cNvSpPr/>
      </dsp:nvSpPr>
      <dsp:spPr>
        <a:xfrm>
          <a:off x="501463" y="2433158"/>
          <a:ext cx="289873" cy="13808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4936" y="0"/>
              </a:lnTo>
              <a:lnTo>
                <a:pt x="144936" y="1380877"/>
              </a:lnTo>
              <a:lnTo>
                <a:pt x="289873" y="138087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Inter" panose="02000503000000020004" pitchFamily="2" charset="0"/>
            <a:ea typeface="Inter" panose="02000503000000020004" pitchFamily="2" charset="0"/>
          </a:endParaRPr>
        </a:p>
      </dsp:txBody>
      <dsp:txXfrm>
        <a:off x="611125" y="3088322"/>
        <a:ext cx="70548" cy="70548"/>
      </dsp:txXfrm>
    </dsp:sp>
    <dsp:sp modelId="{FF4DFCEE-5D0B-414A-897C-76368976CAC1}">
      <dsp:nvSpPr>
        <dsp:cNvPr id="0" name=""/>
        <dsp:cNvSpPr/>
      </dsp:nvSpPr>
      <dsp:spPr>
        <a:xfrm>
          <a:off x="2240705" y="1052281"/>
          <a:ext cx="289873" cy="8285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4936" y="0"/>
              </a:lnTo>
              <a:lnTo>
                <a:pt x="144936" y="828526"/>
              </a:lnTo>
              <a:lnTo>
                <a:pt x="289873" y="82852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Inter" panose="02000503000000020004" pitchFamily="2" charset="0"/>
            <a:ea typeface="Inter" panose="02000503000000020004" pitchFamily="2" charset="0"/>
          </a:endParaRPr>
        </a:p>
      </dsp:txBody>
      <dsp:txXfrm>
        <a:off x="2363697" y="1444599"/>
        <a:ext cx="43888" cy="43888"/>
      </dsp:txXfrm>
    </dsp:sp>
    <dsp:sp modelId="{FB798C39-EB8A-4EEE-877D-AC3F57E93EB5}">
      <dsp:nvSpPr>
        <dsp:cNvPr id="0" name=""/>
        <dsp:cNvSpPr/>
      </dsp:nvSpPr>
      <dsp:spPr>
        <a:xfrm>
          <a:off x="2240705" y="1052281"/>
          <a:ext cx="289873" cy="2761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4936" y="0"/>
              </a:lnTo>
              <a:lnTo>
                <a:pt x="144936" y="276175"/>
              </a:lnTo>
              <a:lnTo>
                <a:pt x="289873" y="276175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Inter" panose="02000503000000020004" pitchFamily="2" charset="0"/>
            <a:ea typeface="Inter" panose="02000503000000020004" pitchFamily="2" charset="0"/>
          </a:endParaRPr>
        </a:p>
      </dsp:txBody>
      <dsp:txXfrm>
        <a:off x="2375632" y="1180359"/>
        <a:ext cx="20018" cy="20018"/>
      </dsp:txXfrm>
    </dsp:sp>
    <dsp:sp modelId="{01D8073A-CBBF-46CF-8C88-9773461422D2}">
      <dsp:nvSpPr>
        <dsp:cNvPr id="0" name=""/>
        <dsp:cNvSpPr/>
      </dsp:nvSpPr>
      <dsp:spPr>
        <a:xfrm>
          <a:off x="2240705" y="776105"/>
          <a:ext cx="289873" cy="276175"/>
        </a:xfrm>
        <a:custGeom>
          <a:avLst/>
          <a:gdLst/>
          <a:ahLst/>
          <a:cxnLst/>
          <a:rect l="0" t="0" r="0" b="0"/>
          <a:pathLst>
            <a:path>
              <a:moveTo>
                <a:pt x="0" y="276175"/>
              </a:moveTo>
              <a:lnTo>
                <a:pt x="144936" y="276175"/>
              </a:lnTo>
              <a:lnTo>
                <a:pt x="144936" y="0"/>
              </a:lnTo>
              <a:lnTo>
                <a:pt x="289873" y="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Inter" panose="02000503000000020004" pitchFamily="2" charset="0"/>
            <a:ea typeface="Inter" panose="02000503000000020004" pitchFamily="2" charset="0"/>
          </a:endParaRPr>
        </a:p>
      </dsp:txBody>
      <dsp:txXfrm>
        <a:off x="2375632" y="904183"/>
        <a:ext cx="20018" cy="20018"/>
      </dsp:txXfrm>
    </dsp:sp>
    <dsp:sp modelId="{0BA7750A-EB33-4F55-8F10-701AE2BC8C29}">
      <dsp:nvSpPr>
        <dsp:cNvPr id="0" name=""/>
        <dsp:cNvSpPr/>
      </dsp:nvSpPr>
      <dsp:spPr>
        <a:xfrm>
          <a:off x="2240705" y="223754"/>
          <a:ext cx="289873" cy="828526"/>
        </a:xfrm>
        <a:custGeom>
          <a:avLst/>
          <a:gdLst/>
          <a:ahLst/>
          <a:cxnLst/>
          <a:rect l="0" t="0" r="0" b="0"/>
          <a:pathLst>
            <a:path>
              <a:moveTo>
                <a:pt x="0" y="828526"/>
              </a:moveTo>
              <a:lnTo>
                <a:pt x="144936" y="828526"/>
              </a:lnTo>
              <a:lnTo>
                <a:pt x="144936" y="0"/>
              </a:lnTo>
              <a:lnTo>
                <a:pt x="289873" y="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Inter" panose="02000503000000020004" pitchFamily="2" charset="0"/>
            <a:ea typeface="Inter" panose="02000503000000020004" pitchFamily="2" charset="0"/>
          </a:endParaRPr>
        </a:p>
      </dsp:txBody>
      <dsp:txXfrm>
        <a:off x="2363697" y="616073"/>
        <a:ext cx="43888" cy="43888"/>
      </dsp:txXfrm>
    </dsp:sp>
    <dsp:sp modelId="{EBB741AA-2380-42BB-95D5-C4AA619ECD56}">
      <dsp:nvSpPr>
        <dsp:cNvPr id="0" name=""/>
        <dsp:cNvSpPr/>
      </dsp:nvSpPr>
      <dsp:spPr>
        <a:xfrm>
          <a:off x="501463" y="1052281"/>
          <a:ext cx="289873" cy="1380877"/>
        </a:xfrm>
        <a:custGeom>
          <a:avLst/>
          <a:gdLst/>
          <a:ahLst/>
          <a:cxnLst/>
          <a:rect l="0" t="0" r="0" b="0"/>
          <a:pathLst>
            <a:path>
              <a:moveTo>
                <a:pt x="0" y="1380877"/>
              </a:moveTo>
              <a:lnTo>
                <a:pt x="144936" y="1380877"/>
              </a:lnTo>
              <a:lnTo>
                <a:pt x="144936" y="0"/>
              </a:lnTo>
              <a:lnTo>
                <a:pt x="289873" y="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Inter" panose="02000503000000020004" pitchFamily="2" charset="0"/>
            <a:ea typeface="Inter" panose="02000503000000020004" pitchFamily="2" charset="0"/>
          </a:endParaRPr>
        </a:p>
      </dsp:txBody>
      <dsp:txXfrm>
        <a:off x="611125" y="1707445"/>
        <a:ext cx="70548" cy="70548"/>
      </dsp:txXfrm>
    </dsp:sp>
    <dsp:sp modelId="{2DA0102F-ED7C-4C40-86F6-1B24E3089D1B}">
      <dsp:nvSpPr>
        <dsp:cNvPr id="0" name=""/>
        <dsp:cNvSpPr/>
      </dsp:nvSpPr>
      <dsp:spPr>
        <a:xfrm rot="16200000">
          <a:off x="-882321" y="2212217"/>
          <a:ext cx="2325687" cy="4418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Inter" panose="02000503000000020004" pitchFamily="2" charset="0"/>
              <a:ea typeface="Inter" panose="02000503000000020004" pitchFamily="2" charset="0"/>
            </a:rPr>
            <a:t>LALLPI</a:t>
          </a:r>
        </a:p>
      </dsp:txBody>
      <dsp:txXfrm>
        <a:off x="-882321" y="2212217"/>
        <a:ext cx="2325687" cy="441880"/>
      </dsp:txXfrm>
    </dsp:sp>
    <dsp:sp modelId="{63E7D582-D46C-4E7C-BFBF-F2DA501092C8}">
      <dsp:nvSpPr>
        <dsp:cNvPr id="0" name=""/>
        <dsp:cNvSpPr/>
      </dsp:nvSpPr>
      <dsp:spPr>
        <a:xfrm>
          <a:off x="791336" y="831340"/>
          <a:ext cx="1449368" cy="44188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Inter" panose="02000503000000020004" pitchFamily="2" charset="0"/>
              <a:ea typeface="Inter" panose="02000503000000020004" pitchFamily="2" charset="0"/>
            </a:rPr>
            <a:t>EP</a:t>
          </a:r>
        </a:p>
      </dsp:txBody>
      <dsp:txXfrm>
        <a:off x="791336" y="831340"/>
        <a:ext cx="1449368" cy="441880"/>
      </dsp:txXfrm>
    </dsp:sp>
    <dsp:sp modelId="{68B9CF64-24F6-486B-B825-F9FAEAB59425}">
      <dsp:nvSpPr>
        <dsp:cNvPr id="0" name=""/>
        <dsp:cNvSpPr/>
      </dsp:nvSpPr>
      <dsp:spPr>
        <a:xfrm>
          <a:off x="2530578" y="2814"/>
          <a:ext cx="2651764" cy="4418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Inter" panose="02000503000000020004" pitchFamily="2" charset="0"/>
              <a:ea typeface="Inter" panose="02000503000000020004" pitchFamily="2" charset="0"/>
            </a:rPr>
            <a:t>Business and labor regulations</a:t>
          </a:r>
        </a:p>
      </dsp:txBody>
      <dsp:txXfrm>
        <a:off x="2530578" y="2814"/>
        <a:ext cx="2651764" cy="441880"/>
      </dsp:txXfrm>
    </dsp:sp>
    <dsp:sp modelId="{BF77D77C-22A8-4062-B8C1-36B81F87CE15}">
      <dsp:nvSpPr>
        <dsp:cNvPr id="0" name=""/>
        <dsp:cNvSpPr/>
      </dsp:nvSpPr>
      <dsp:spPr>
        <a:xfrm>
          <a:off x="2530578" y="555165"/>
          <a:ext cx="2651764" cy="4418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Inter" panose="02000503000000020004" pitchFamily="2" charset="0"/>
              <a:ea typeface="Inter" panose="02000503000000020004" pitchFamily="2" charset="0"/>
            </a:rPr>
            <a:t>Government interference</a:t>
          </a:r>
        </a:p>
      </dsp:txBody>
      <dsp:txXfrm>
        <a:off x="2530578" y="555165"/>
        <a:ext cx="2651764" cy="441880"/>
      </dsp:txXfrm>
    </dsp:sp>
    <dsp:sp modelId="{8639AFC9-2DEA-45FD-971B-9EB92137251F}">
      <dsp:nvSpPr>
        <dsp:cNvPr id="0" name=""/>
        <dsp:cNvSpPr/>
      </dsp:nvSpPr>
      <dsp:spPr>
        <a:xfrm>
          <a:off x="2530578" y="1107516"/>
          <a:ext cx="2651764" cy="4418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Inter" panose="02000503000000020004" pitchFamily="2" charset="0"/>
              <a:ea typeface="Inter" panose="02000503000000020004" pitchFamily="2" charset="0"/>
            </a:rPr>
            <a:t>Monetary and financial freedom</a:t>
          </a:r>
        </a:p>
      </dsp:txBody>
      <dsp:txXfrm>
        <a:off x="2530578" y="1107516"/>
        <a:ext cx="2651764" cy="441880"/>
      </dsp:txXfrm>
    </dsp:sp>
    <dsp:sp modelId="{74369F3D-4CD4-40E9-8991-4527C973DD36}">
      <dsp:nvSpPr>
        <dsp:cNvPr id="0" name=""/>
        <dsp:cNvSpPr/>
      </dsp:nvSpPr>
      <dsp:spPr>
        <a:xfrm>
          <a:off x="2530578" y="1659866"/>
          <a:ext cx="2651764" cy="4418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Inter" panose="02000503000000020004" pitchFamily="2" charset="0"/>
              <a:ea typeface="Inter" panose="02000503000000020004" pitchFamily="2" charset="0"/>
            </a:rPr>
            <a:t>Freedom to trade</a:t>
          </a:r>
        </a:p>
      </dsp:txBody>
      <dsp:txXfrm>
        <a:off x="2530578" y="1659866"/>
        <a:ext cx="2651764" cy="441880"/>
      </dsp:txXfrm>
    </dsp:sp>
    <dsp:sp modelId="{20A6B0CB-EDC2-4488-BCF4-26B3ACA01CFA}">
      <dsp:nvSpPr>
        <dsp:cNvPr id="0" name=""/>
        <dsp:cNvSpPr/>
      </dsp:nvSpPr>
      <dsp:spPr>
        <a:xfrm>
          <a:off x="791336" y="3593094"/>
          <a:ext cx="1449368" cy="44188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Inter" panose="02000503000000020004" pitchFamily="2" charset="0"/>
              <a:ea typeface="Inter" panose="02000503000000020004" pitchFamily="2" charset="0"/>
            </a:rPr>
            <a:t>IP</a:t>
          </a:r>
        </a:p>
      </dsp:txBody>
      <dsp:txXfrm>
        <a:off x="791336" y="3593094"/>
        <a:ext cx="1449368" cy="441880"/>
      </dsp:txXfrm>
    </dsp:sp>
    <dsp:sp modelId="{E7D446D8-156D-4626-B468-E79E3A9D3008}">
      <dsp:nvSpPr>
        <dsp:cNvPr id="0" name=""/>
        <dsp:cNvSpPr/>
      </dsp:nvSpPr>
      <dsp:spPr>
        <a:xfrm>
          <a:off x="2530578" y="2212217"/>
          <a:ext cx="2651764" cy="4418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Inter" panose="02000503000000020004" pitchFamily="2" charset="0"/>
              <a:ea typeface="Inter" panose="02000503000000020004" pitchFamily="2" charset="0"/>
            </a:rPr>
            <a:t>Rule of law</a:t>
          </a:r>
          <a:endParaRPr lang="en-US" sz="1300" kern="1200" dirty="0">
            <a:latin typeface="Inter" panose="02000503000000020004" pitchFamily="2" charset="0"/>
            <a:ea typeface="Inter" panose="02000503000000020004" pitchFamily="2" charset="0"/>
          </a:endParaRPr>
        </a:p>
      </dsp:txBody>
      <dsp:txXfrm>
        <a:off x="2530578" y="2212217"/>
        <a:ext cx="2651764" cy="441880"/>
      </dsp:txXfrm>
    </dsp:sp>
    <dsp:sp modelId="{4975CF32-CEE5-45F9-B6A2-EADD444CA93D}">
      <dsp:nvSpPr>
        <dsp:cNvPr id="0" name=""/>
        <dsp:cNvSpPr/>
      </dsp:nvSpPr>
      <dsp:spPr>
        <a:xfrm>
          <a:off x="2530578" y="2764568"/>
          <a:ext cx="2651764" cy="4418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Inter" panose="02000503000000020004" pitchFamily="2" charset="0"/>
              <a:ea typeface="Inter" panose="02000503000000020004" pitchFamily="2" charset="0"/>
            </a:rPr>
            <a:t>Corruption</a:t>
          </a:r>
          <a:endParaRPr lang="en-US" sz="1300" kern="1200" dirty="0">
            <a:latin typeface="Inter" panose="02000503000000020004" pitchFamily="2" charset="0"/>
            <a:ea typeface="Inter" panose="02000503000000020004" pitchFamily="2" charset="0"/>
          </a:endParaRPr>
        </a:p>
      </dsp:txBody>
      <dsp:txXfrm>
        <a:off x="2530578" y="2764568"/>
        <a:ext cx="2651764" cy="441880"/>
      </dsp:txXfrm>
    </dsp:sp>
    <dsp:sp modelId="{8F2CEDCE-D38F-43BF-A92A-4DB6D59C7C7C}">
      <dsp:nvSpPr>
        <dsp:cNvPr id="0" name=""/>
        <dsp:cNvSpPr/>
      </dsp:nvSpPr>
      <dsp:spPr>
        <a:xfrm>
          <a:off x="2530578" y="3316919"/>
          <a:ext cx="2651764" cy="4418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Inter" panose="02000503000000020004" pitchFamily="2" charset="0"/>
              <a:ea typeface="Inter" panose="02000503000000020004" pitchFamily="2" charset="0"/>
            </a:rPr>
            <a:t>Legislative constraints</a:t>
          </a:r>
        </a:p>
      </dsp:txBody>
      <dsp:txXfrm>
        <a:off x="2530578" y="3316919"/>
        <a:ext cx="2651764" cy="441880"/>
      </dsp:txXfrm>
    </dsp:sp>
    <dsp:sp modelId="{0C6AEA42-36DB-423B-BD05-6956E38A7AAB}">
      <dsp:nvSpPr>
        <dsp:cNvPr id="0" name=""/>
        <dsp:cNvSpPr/>
      </dsp:nvSpPr>
      <dsp:spPr>
        <a:xfrm>
          <a:off x="2530578" y="3869270"/>
          <a:ext cx="2651764" cy="4418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Inter" panose="02000503000000020004" pitchFamily="2" charset="0"/>
              <a:ea typeface="Inter" panose="02000503000000020004" pitchFamily="2" charset="0"/>
            </a:rPr>
            <a:t>Corruption</a:t>
          </a:r>
        </a:p>
      </dsp:txBody>
      <dsp:txXfrm>
        <a:off x="2530578" y="3869270"/>
        <a:ext cx="2651764" cy="441880"/>
      </dsp:txXfrm>
    </dsp:sp>
    <dsp:sp modelId="{7F6F51BD-6023-493A-B371-FE82FDB826D8}">
      <dsp:nvSpPr>
        <dsp:cNvPr id="0" name=""/>
        <dsp:cNvSpPr/>
      </dsp:nvSpPr>
      <dsp:spPr>
        <a:xfrm>
          <a:off x="2530578" y="4421621"/>
          <a:ext cx="2651764" cy="4418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Inter" panose="02000503000000020004" pitchFamily="2" charset="0"/>
              <a:ea typeface="Inter" panose="02000503000000020004" pitchFamily="2" charset="0"/>
            </a:rPr>
            <a:t>Neopatrimonialism</a:t>
          </a:r>
        </a:p>
      </dsp:txBody>
      <dsp:txXfrm>
        <a:off x="2530578" y="4421621"/>
        <a:ext cx="2651764" cy="441880"/>
      </dsp:txXfrm>
    </dsp:sp>
    <dsp:sp modelId="{8BF88D62-89F4-4D63-BAFB-11B55313A1BF}">
      <dsp:nvSpPr>
        <dsp:cNvPr id="0" name=""/>
        <dsp:cNvSpPr/>
      </dsp:nvSpPr>
      <dsp:spPr>
        <a:xfrm>
          <a:off x="2530578" y="4973971"/>
          <a:ext cx="2651764" cy="4418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Inter" panose="02000503000000020004" pitchFamily="2" charset="0"/>
              <a:ea typeface="Inter" panose="02000503000000020004" pitchFamily="2" charset="0"/>
            </a:rPr>
            <a:t>Property rights</a:t>
          </a:r>
        </a:p>
      </dsp:txBody>
      <dsp:txXfrm>
        <a:off x="2530578" y="4973971"/>
        <a:ext cx="2651764" cy="441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30237-7F6B-2FFE-7873-2BA35A728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1A5B9-411E-66B9-BB3C-E9FC93A68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439FA-0F8B-F4ED-47E3-F1D81C19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A614-FF7C-4619-A122-D1A7622C9A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BB93E-DB3F-2EFD-F3AB-CA0726ADF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7AADC-CBD2-5A53-D1D2-7A685898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7849-5B63-4868-A542-3BD886B6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0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5B7E-1300-4B96-E052-3B1ED5D30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E8295-2AB7-D81C-DBB5-6F1147391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3F629-7ED5-273B-4710-3CC9BABC6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A614-FF7C-4619-A122-D1A7622C9A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D3F9B-8DE7-AB9D-6B85-5F462075F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3FF61-061F-7314-8E87-053DA85EF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7849-5B63-4868-A542-3BD886B6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6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4DFC-AB57-380F-C48F-B46EDDC0B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FD89B-920A-1117-E444-98EBDD619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77985-D269-C5B3-9EE4-821B9D69B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A614-FF7C-4619-A122-D1A7622C9A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1CC00-1EA0-1666-41C4-26335768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9F085-BDF7-E0AC-33FB-40D308A3E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7849-5B63-4868-A542-3BD886B6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13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B24F-692D-B837-65B9-CCBD63EB2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6D537-DBE7-9489-ED84-E970CC9EA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E1064-2457-2412-85B4-5AB4293A2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0093D-DF8F-047A-FA54-1FBABC5E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A614-FF7C-4619-A122-D1A7622C9A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CABAB-5D53-8A3C-0075-840DD76A8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8CEA5-02D1-D980-CA3D-192F612A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7849-5B63-4868-A542-3BD886B6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19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45BC2-778D-9A10-51FE-7B795F77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E355A-F4CC-73DC-E61F-6C1862F62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2C622-AEAB-57B5-0F36-FDC54A5B7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83BD26-FAFE-23B9-6AA0-2AC00C057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3DB30D-0ED4-5AA5-6811-E3BA6B6CD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2E459C-0C92-7994-2C84-BC1AE2F3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A614-FF7C-4619-A122-D1A7622C9A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9087B-96CD-BEAB-D4E0-AAB9134B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667E87-1394-4710-F498-7365F0C5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7849-5B63-4868-A542-3BD886B6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66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C5C3-2EAB-63CB-738F-26A7BE40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7189A-6DEE-EDF8-E1D1-816E12230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A614-FF7C-4619-A122-D1A7622C9A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08EF6-8D7A-749E-8439-C7ED5A9DA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A088F-2587-700B-5916-31898C32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7849-5B63-4868-A542-3BD886B6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7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C2B953-0061-5EEB-6FE8-52A0DF190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A614-FF7C-4619-A122-D1A7622C9A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CA07A-2270-C1C9-2065-B4C236F26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16236-A56A-884B-1C2E-B0DB1893A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7849-5B63-4868-A542-3BD886B6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74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B710E-3DF6-F985-0052-76F008ECF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1B921-6C34-3FCF-CA14-464A427E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D5C0D-046C-8A0A-AD95-A8515F5F7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9E9D5-4E9E-5D3C-8607-43B16F718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A614-FF7C-4619-A122-D1A7622C9A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211C6-BAAA-3722-E1FB-71BCBA0D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7E485-312E-1AF6-08A5-41B36063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7849-5B63-4868-A542-3BD886B6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DDCD-FDC3-8093-1097-DC9C9CBA6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3566B9-9030-2874-36C1-1E6F3C0F4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5A2DE-B76E-A3A4-CED4-8B9B6331C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B0085-50C9-71B5-8A9A-CA83271F5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A614-FF7C-4619-A122-D1A7622C9A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F5ED6-E502-BCC2-6965-3DE5B063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20AF9-F67B-5A1C-ABE5-71729FC5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7849-5B63-4868-A542-3BD886B6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9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8DD2-5A8C-30FA-5514-476E87BFB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2D90B-80BF-151B-5538-5213B618F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F2754-3CFD-03B8-2C1F-A5BAB3E5F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A614-FF7C-4619-A122-D1A7622C9A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278D0-C0C1-0D0B-E4FA-8EBA85FDC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477B7-886F-49D8-77B2-60356941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7849-5B63-4868-A542-3BD886B6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55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FE7C07-0659-1E63-BC4A-DE24282029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E57772-1E1B-A9C1-4465-86FBB618E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392FC-7AFD-3407-716D-AD638D5F0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A614-FF7C-4619-A122-D1A7622C9A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F7CE2-8CE9-673F-3CAF-8A4E58DE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A0B2C-F6E6-21C0-716B-6AEB395BB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7849-5B63-4868-A542-3BD886B6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6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B0C81-94B5-96B6-938A-32C6BF536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1DA15-8CDE-6D96-5549-C6093CA5A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5995B-1798-F758-DA69-5F8F88D4E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DA614-FF7C-4619-A122-D1A7622C9A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F1A16-6685-5C4D-2066-BD1FDB3842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339B8-965C-4A81-4733-EF8F53518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57849-5B63-4868-A542-3BD886B6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0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56106&amp;picture=gray-blue-abstract-background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5C4DA-BDE4-9E91-A8D8-6486891A186A}"/>
              </a:ext>
            </a:extLst>
          </p:cNvPr>
          <p:cNvSpPr/>
          <p:nvPr/>
        </p:nvSpPr>
        <p:spPr>
          <a:xfrm>
            <a:off x="1304925" y="1390650"/>
            <a:ext cx="3657600" cy="3657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 descr="South America with solid fill">
            <a:extLst>
              <a:ext uri="{FF2B5EF4-FFF2-40B4-BE49-F238E27FC236}">
                <a16:creationId xmlns:a16="http://schemas.microsoft.com/office/drawing/2014/main" id="{1A1B506A-19A8-F7C7-917E-674ADF7431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62212" y="3309640"/>
            <a:ext cx="1371600" cy="137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B1A904-4B90-CDDC-54DB-B912CE72D17B}"/>
              </a:ext>
            </a:extLst>
          </p:cNvPr>
          <p:cNvSpPr txBox="1"/>
          <p:nvPr/>
        </p:nvSpPr>
        <p:spPr>
          <a:xfrm>
            <a:off x="1914525" y="2019300"/>
            <a:ext cx="2466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LALLPI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B1AB8B-9F3C-0C8B-789D-CCA83340E231}"/>
              </a:ext>
            </a:extLst>
          </p:cNvPr>
          <p:cNvSpPr/>
          <p:nvPr/>
        </p:nvSpPr>
        <p:spPr>
          <a:xfrm>
            <a:off x="7229475" y="1390650"/>
            <a:ext cx="3657600" cy="365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outh America with solid fill">
            <a:extLst>
              <a:ext uri="{FF2B5EF4-FFF2-40B4-BE49-F238E27FC236}">
                <a16:creationId xmlns:a16="http://schemas.microsoft.com/office/drawing/2014/main" id="{80CB7847-6ACD-71A9-1599-CA2FEDAD7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6762" y="3309640"/>
            <a:ext cx="1371600" cy="1371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2714DE-4192-C122-5541-E0F7DB362137}"/>
              </a:ext>
            </a:extLst>
          </p:cNvPr>
          <p:cNvSpPr txBox="1"/>
          <p:nvPr/>
        </p:nvSpPr>
        <p:spPr>
          <a:xfrm>
            <a:off x="7839075" y="2019300"/>
            <a:ext cx="2466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LALLPI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083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FC1DC4-9861-1749-982B-085CDDA60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517731"/>
              </p:ext>
            </p:extLst>
          </p:nvPr>
        </p:nvGraphicFramePr>
        <p:xfrm>
          <a:off x="3521074" y="719666"/>
          <a:ext cx="524192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3694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5DED756-0E77-ECB8-CB1A-D09F7C33E82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3049" y="379473"/>
            <a:ext cx="12188951" cy="609904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DD1A13A-9306-6E0D-3CA0-79BEA0D8D417}"/>
              </a:ext>
            </a:extLst>
          </p:cNvPr>
          <p:cNvSpPr>
            <a:spLocks/>
          </p:cNvSpPr>
          <p:nvPr/>
        </p:nvSpPr>
        <p:spPr>
          <a:xfrm>
            <a:off x="0" y="379474"/>
            <a:ext cx="4379976" cy="6099049"/>
          </a:xfrm>
          <a:prstGeom prst="rec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South America with solid fill">
            <a:extLst>
              <a:ext uri="{FF2B5EF4-FFF2-40B4-BE49-F238E27FC236}">
                <a16:creationId xmlns:a16="http://schemas.microsoft.com/office/drawing/2014/main" id="{7C2BD73E-0960-D959-B2E2-C97111A686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239010"/>
            <a:ext cx="4379976" cy="43799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F0F14D-DDAE-8C0A-D25F-1C242A147BCD}"/>
              </a:ext>
            </a:extLst>
          </p:cNvPr>
          <p:cNvSpPr/>
          <p:nvPr/>
        </p:nvSpPr>
        <p:spPr>
          <a:xfrm>
            <a:off x="4709160" y="379474"/>
            <a:ext cx="7479792" cy="60990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600" b="1" dirty="0">
                <a:solidFill>
                  <a:schemeClr val="accent2"/>
                </a:solidFill>
              </a:rPr>
              <a:t>LALLPI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Latin American Left-Leaning Populism Index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i="1" dirty="0">
                <a:solidFill>
                  <a:schemeClr val="accent2"/>
                </a:solidFill>
              </a:rPr>
              <a:t>Does populist rhetoric become populist policy?</a:t>
            </a:r>
          </a:p>
          <a:p>
            <a:endParaRPr lang="en-US" i="1" dirty="0">
              <a:solidFill>
                <a:schemeClr val="accent2"/>
              </a:solidFill>
            </a:endParaRPr>
          </a:p>
          <a:p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25 countries • 2000-2020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 err="1">
                <a:solidFill>
                  <a:schemeClr val="accent2"/>
                </a:solidFill>
              </a:rPr>
              <a:t>lallpi.netlify.app</a:t>
            </a:r>
            <a:endParaRPr lang="en-US" b="1" dirty="0">
              <a:solidFill>
                <a:schemeClr val="accent2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482657-4D06-39E9-9920-892C7EE4AB4F}"/>
              </a:ext>
            </a:extLst>
          </p:cNvPr>
          <p:cNvCxnSpPr/>
          <p:nvPr/>
        </p:nvCxnSpPr>
        <p:spPr>
          <a:xfrm>
            <a:off x="4798695" y="3409947"/>
            <a:ext cx="192024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374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TEP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F8200"/>
      </a:accent1>
      <a:accent2>
        <a:srgbClr val="041E42"/>
      </a:accent2>
      <a:accent3>
        <a:srgbClr val="D9D9D6"/>
      </a:accent3>
      <a:accent4>
        <a:srgbClr val="1CA6DF"/>
      </a:accent4>
      <a:accent5>
        <a:srgbClr val="FFD600"/>
      </a:accent5>
      <a:accent6>
        <a:srgbClr val="4E4B48"/>
      </a:accent6>
      <a:hlink>
        <a:srgbClr val="F5F3EB"/>
      </a:hlink>
      <a:folHlink>
        <a:srgbClr val="B26B02"/>
      </a:folHlink>
    </a:clrScheme>
    <a:fontScheme name="UTEP - Sans Serif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50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Cachanosky, Nicolas</dc:creator>
  <cp:lastModifiedBy>Cachanosky, Nicolas</cp:lastModifiedBy>
  <cp:revision>1</cp:revision>
  <dcterms:created xsi:type="dcterms:W3CDTF">2026-07-01T16:00:59Z</dcterms:created>
  <dcterms:modified xsi:type="dcterms:W3CDTF">2026-07-01T21:30:06Z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3649dc-6fee-4eb8-a128-734c3c842ea8_Enabled">
    <vt:lpwstr>true</vt:lpwstr>
  </property>
  <property fmtid="{D5CDD505-2E9C-101B-9397-08002B2CF9AE}" pid="3" name="MSIP_Label_b73649dc-6fee-4eb8-a128-734c3c842ea8_SetDate">
    <vt:lpwstr>2026-07-01T16:01:17Z</vt:lpwstr>
  </property>
  <property fmtid="{D5CDD505-2E9C-101B-9397-08002B2CF9AE}" pid="4" name="MSIP_Label_b73649dc-6fee-4eb8-a128-734c3c842ea8_Method">
    <vt:lpwstr>Standard</vt:lpwstr>
  </property>
  <property fmtid="{D5CDD505-2E9C-101B-9397-08002B2CF9AE}" pid="5" name="MSIP_Label_b73649dc-6fee-4eb8-a128-734c3c842ea8_Name">
    <vt:lpwstr>defa4170-0d19-0005-0004-bc88714345d2</vt:lpwstr>
  </property>
  <property fmtid="{D5CDD505-2E9C-101B-9397-08002B2CF9AE}" pid="6" name="MSIP_Label_b73649dc-6fee-4eb8-a128-734c3c842ea8_SiteId">
    <vt:lpwstr>857c21d2-1a16-43a4-90cf-d57f3fab9d2f</vt:lpwstr>
  </property>
  <property fmtid="{D5CDD505-2E9C-101B-9397-08002B2CF9AE}" pid="7" name="MSIP_Label_b73649dc-6fee-4eb8-a128-734c3c842ea8_ActionId">
    <vt:lpwstr>a3a4b3bd-c129-4b1f-bbc1-2d0e7deb2531</vt:lpwstr>
  </property>
  <property fmtid="{D5CDD505-2E9C-101B-9397-08002B2CF9AE}" pid="8" name="MSIP_Label_b73649dc-6fee-4eb8-a128-734c3c842ea8_ContentBits">
    <vt:lpwstr>0</vt:lpwstr>
  </property>
  <property fmtid="{D5CDD505-2E9C-101B-9397-08002B2CF9AE}" pid="9" name="MSIP_Label_b73649dc-6fee-4eb8-a128-734c3c842ea8_Tag">
    <vt:lpwstr>10, 3, 0, 1</vt:lpwstr>
  </property>
</Properties>
</file>